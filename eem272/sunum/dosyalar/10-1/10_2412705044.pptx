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455" y="75564"/>
            <a:ext cx="6387465" cy="1033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9455" y="2695892"/>
            <a:ext cx="6594475" cy="195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5254" y="338708"/>
            <a:ext cx="5855335" cy="2845435"/>
          </a:xfrm>
          <a:prstGeom prst="rect"/>
        </p:spPr>
        <p:txBody>
          <a:bodyPr wrap="square" lIns="0" tIns="126364" rIns="0" bIns="0" rtlCol="0" vert="horz">
            <a:spAutoFit/>
          </a:bodyPr>
          <a:lstStyle/>
          <a:p>
            <a:pPr algn="ctr" marL="12065" marR="5080">
              <a:lnSpc>
                <a:spcPts val="7140"/>
              </a:lnSpc>
              <a:spcBef>
                <a:spcPts val="994"/>
              </a:spcBef>
            </a:pPr>
            <a:r>
              <a:rPr dirty="0" sz="6600" spc="-215">
                <a:solidFill>
                  <a:srgbClr val="FFFFFF"/>
                </a:solidFill>
              </a:rPr>
              <a:t>Face</a:t>
            </a:r>
            <a:r>
              <a:rPr dirty="0" sz="6600" spc="-660">
                <a:solidFill>
                  <a:srgbClr val="FFFFFF"/>
                </a:solidFill>
              </a:rPr>
              <a:t> </a:t>
            </a:r>
            <a:r>
              <a:rPr dirty="0" sz="6600" spc="-320">
                <a:solidFill>
                  <a:srgbClr val="FFFFFF"/>
                </a:solidFill>
              </a:rPr>
              <a:t>Recognition </a:t>
            </a:r>
            <a:r>
              <a:rPr dirty="0" sz="6600" spc="-445">
                <a:solidFill>
                  <a:srgbClr val="FFFFFF"/>
                </a:solidFill>
              </a:rPr>
              <a:t>ve</a:t>
            </a:r>
            <a:endParaRPr sz="6600"/>
          </a:p>
          <a:p>
            <a:pPr algn="ctr">
              <a:lnSpc>
                <a:spcPts val="7020"/>
              </a:lnSpc>
            </a:pPr>
            <a:r>
              <a:rPr dirty="0" sz="6600" spc="-295">
                <a:solidFill>
                  <a:srgbClr val="FFFFFF"/>
                </a:solidFill>
              </a:rPr>
              <a:t>Metric</a:t>
            </a:r>
            <a:r>
              <a:rPr dirty="0" sz="6600" spc="-650">
                <a:solidFill>
                  <a:srgbClr val="FFFFFF"/>
                </a:solidFill>
              </a:rPr>
              <a:t> </a:t>
            </a:r>
            <a:r>
              <a:rPr dirty="0" sz="6600" spc="-370">
                <a:solidFill>
                  <a:srgbClr val="FFFFFF"/>
                </a:solidFill>
              </a:rPr>
              <a:t>Learning</a:t>
            </a:r>
            <a:endParaRPr sz="6600"/>
          </a:p>
        </p:txBody>
      </p:sp>
      <p:sp>
        <p:nvSpPr>
          <p:cNvPr id="4" name="object 4" descr=""/>
          <p:cNvSpPr txBox="1"/>
          <p:nvPr/>
        </p:nvSpPr>
        <p:spPr>
          <a:xfrm>
            <a:off x="4028185" y="4490148"/>
            <a:ext cx="4147185" cy="139890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825"/>
              </a:spcBef>
            </a:pPr>
            <a:r>
              <a:rPr dirty="0" sz="2400">
                <a:solidFill>
                  <a:srgbClr val="FFFFFF"/>
                </a:solidFill>
                <a:latin typeface="Trebuchet MS"/>
                <a:cs typeface="Trebuchet MS"/>
              </a:rPr>
              <a:t>Ulaş</a:t>
            </a:r>
            <a:r>
              <a:rPr dirty="0" sz="24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rebuchet MS"/>
                <a:cs typeface="Trebuchet MS"/>
              </a:rPr>
              <a:t>Arıcı</a:t>
            </a:r>
            <a:endParaRPr sz="2400">
              <a:latin typeface="Trebuchet MS"/>
              <a:cs typeface="Trebuchet MS"/>
            </a:endParaRPr>
          </a:p>
          <a:p>
            <a:pPr algn="ctr" marL="8255">
              <a:lnSpc>
                <a:spcPct val="100000"/>
              </a:lnSpc>
              <a:spcBef>
                <a:spcPts val="725"/>
              </a:spcBef>
            </a:pP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2412705044</a:t>
            </a: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2400" spc="-95">
                <a:solidFill>
                  <a:srgbClr val="FFFFFF"/>
                </a:solidFill>
                <a:latin typeface="Trebuchet MS"/>
                <a:cs typeface="Trebuchet MS"/>
              </a:rPr>
              <a:t>Elektrik-</a:t>
            </a:r>
            <a:r>
              <a:rPr dirty="0" sz="2400" spc="-75">
                <a:solidFill>
                  <a:srgbClr val="FFFFFF"/>
                </a:solidFill>
                <a:latin typeface="Trebuchet MS"/>
                <a:cs typeface="Trebuchet MS"/>
              </a:rPr>
              <a:t>Elektronik</a:t>
            </a:r>
            <a:r>
              <a:rPr dirty="0" sz="24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rebuchet MS"/>
                <a:cs typeface="Trebuchet MS"/>
              </a:rPr>
              <a:t>Mühendisliği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54271" y="4333335"/>
            <a:ext cx="4293870" cy="92710"/>
            <a:chOff x="3954271" y="4333335"/>
            <a:chExt cx="4293870" cy="92710"/>
          </a:xfrm>
        </p:grpSpPr>
        <p:sp>
          <p:nvSpPr>
            <p:cNvPr id="6" name="object 6" descr=""/>
            <p:cNvSpPr/>
            <p:nvPr/>
          </p:nvSpPr>
          <p:spPr>
            <a:xfrm>
              <a:off x="3976242" y="4362337"/>
              <a:ext cx="4248785" cy="50800"/>
            </a:xfrm>
            <a:custGeom>
              <a:avLst/>
              <a:gdLst/>
              <a:ahLst/>
              <a:cxnLst/>
              <a:rect l="l" t="t" r="r" b="b"/>
              <a:pathLst>
                <a:path w="4248784" h="50800">
                  <a:moveTo>
                    <a:pt x="2879006" y="22972"/>
                  </a:moveTo>
                  <a:lnTo>
                    <a:pt x="2043295" y="22972"/>
                  </a:lnTo>
                  <a:lnTo>
                    <a:pt x="2087203" y="24235"/>
                  </a:lnTo>
                  <a:lnTo>
                    <a:pt x="2145156" y="27661"/>
                  </a:lnTo>
                  <a:lnTo>
                    <a:pt x="2144998" y="27661"/>
                  </a:lnTo>
                  <a:lnTo>
                    <a:pt x="2279309" y="39090"/>
                  </a:lnTo>
                  <a:lnTo>
                    <a:pt x="2336870" y="43470"/>
                  </a:lnTo>
                  <a:lnTo>
                    <a:pt x="2389203" y="46736"/>
                  </a:lnTo>
                  <a:lnTo>
                    <a:pt x="2437314" y="48975"/>
                  </a:lnTo>
                  <a:lnTo>
                    <a:pt x="2485730" y="50372"/>
                  </a:lnTo>
                  <a:lnTo>
                    <a:pt x="2492127" y="50372"/>
                  </a:lnTo>
                  <a:lnTo>
                    <a:pt x="2524891" y="50708"/>
                  </a:lnTo>
                  <a:lnTo>
                    <a:pt x="2566368" y="50372"/>
                  </a:lnTo>
                  <a:lnTo>
                    <a:pt x="2607645" y="49348"/>
                  </a:lnTo>
                  <a:lnTo>
                    <a:pt x="2649727" y="47721"/>
                  </a:lnTo>
                  <a:lnTo>
                    <a:pt x="2969627" y="30605"/>
                  </a:lnTo>
                  <a:lnTo>
                    <a:pt x="3027656" y="28705"/>
                  </a:lnTo>
                  <a:lnTo>
                    <a:pt x="3082427" y="27661"/>
                  </a:lnTo>
                  <a:lnTo>
                    <a:pt x="3780786" y="27348"/>
                  </a:lnTo>
                  <a:lnTo>
                    <a:pt x="3795819" y="26739"/>
                  </a:lnTo>
                  <a:lnTo>
                    <a:pt x="3772323" y="26739"/>
                  </a:lnTo>
                  <a:lnTo>
                    <a:pt x="3735321" y="26350"/>
                  </a:lnTo>
                  <a:lnTo>
                    <a:pt x="3725094" y="26350"/>
                  </a:lnTo>
                  <a:lnTo>
                    <a:pt x="3668979" y="24984"/>
                  </a:lnTo>
                  <a:lnTo>
                    <a:pt x="3665599" y="24984"/>
                  </a:lnTo>
                  <a:lnTo>
                    <a:pt x="3623747" y="23353"/>
                  </a:lnTo>
                  <a:lnTo>
                    <a:pt x="2894401" y="23353"/>
                  </a:lnTo>
                  <a:lnTo>
                    <a:pt x="2879006" y="22972"/>
                  </a:lnTo>
                  <a:close/>
                </a:path>
                <a:path w="4248784" h="50800">
                  <a:moveTo>
                    <a:pt x="810288" y="1913"/>
                  </a:moveTo>
                  <a:lnTo>
                    <a:pt x="804367" y="1913"/>
                  </a:lnTo>
                  <a:lnTo>
                    <a:pt x="766009" y="2108"/>
                  </a:lnTo>
                  <a:lnTo>
                    <a:pt x="718669" y="3541"/>
                  </a:lnTo>
                  <a:lnTo>
                    <a:pt x="664276" y="6121"/>
                  </a:lnTo>
                  <a:lnTo>
                    <a:pt x="449652" y="18663"/>
                  </a:lnTo>
                  <a:lnTo>
                    <a:pt x="343708" y="23697"/>
                  </a:lnTo>
                  <a:lnTo>
                    <a:pt x="380930" y="25137"/>
                  </a:lnTo>
                  <a:lnTo>
                    <a:pt x="448527" y="28705"/>
                  </a:lnTo>
                  <a:lnTo>
                    <a:pt x="587630" y="37712"/>
                  </a:lnTo>
                  <a:lnTo>
                    <a:pt x="646832" y="40702"/>
                  </a:lnTo>
                  <a:lnTo>
                    <a:pt x="647998" y="40702"/>
                  </a:lnTo>
                  <a:lnTo>
                    <a:pt x="694702" y="42286"/>
                  </a:lnTo>
                  <a:lnTo>
                    <a:pt x="740984" y="42997"/>
                  </a:lnTo>
                  <a:lnTo>
                    <a:pt x="736897" y="42997"/>
                  </a:lnTo>
                  <a:lnTo>
                    <a:pt x="783044" y="42847"/>
                  </a:lnTo>
                  <a:lnTo>
                    <a:pt x="824911" y="42031"/>
                  </a:lnTo>
                  <a:lnTo>
                    <a:pt x="1309066" y="28341"/>
                  </a:lnTo>
                  <a:lnTo>
                    <a:pt x="1346512" y="27661"/>
                  </a:lnTo>
                  <a:lnTo>
                    <a:pt x="1345070" y="27661"/>
                  </a:lnTo>
                  <a:lnTo>
                    <a:pt x="1391960" y="27036"/>
                  </a:lnTo>
                  <a:lnTo>
                    <a:pt x="1386943" y="27036"/>
                  </a:lnTo>
                  <a:lnTo>
                    <a:pt x="1707092" y="26739"/>
                  </a:lnTo>
                  <a:lnTo>
                    <a:pt x="1657859" y="25639"/>
                  </a:lnTo>
                  <a:lnTo>
                    <a:pt x="1657080" y="25639"/>
                  </a:lnTo>
                  <a:lnTo>
                    <a:pt x="1610913" y="23353"/>
                  </a:lnTo>
                  <a:lnTo>
                    <a:pt x="1566693" y="19701"/>
                  </a:lnTo>
                  <a:lnTo>
                    <a:pt x="1561555" y="19075"/>
                  </a:lnTo>
                  <a:lnTo>
                    <a:pt x="1113801" y="19075"/>
                  </a:lnTo>
                  <a:lnTo>
                    <a:pt x="1062732" y="18273"/>
                  </a:lnTo>
                  <a:lnTo>
                    <a:pt x="1058361" y="18273"/>
                  </a:lnTo>
                  <a:lnTo>
                    <a:pt x="1001776" y="14463"/>
                  </a:lnTo>
                  <a:lnTo>
                    <a:pt x="944761" y="9169"/>
                  </a:lnTo>
                  <a:lnTo>
                    <a:pt x="895673" y="5353"/>
                  </a:lnTo>
                  <a:lnTo>
                    <a:pt x="851516" y="2948"/>
                  </a:lnTo>
                  <a:lnTo>
                    <a:pt x="810288" y="1913"/>
                  </a:lnTo>
                  <a:close/>
                </a:path>
                <a:path w="4248784" h="50800">
                  <a:moveTo>
                    <a:pt x="1975077" y="24504"/>
                  </a:moveTo>
                  <a:lnTo>
                    <a:pt x="1850852" y="24504"/>
                  </a:lnTo>
                  <a:lnTo>
                    <a:pt x="1799619" y="25937"/>
                  </a:lnTo>
                  <a:lnTo>
                    <a:pt x="1798439" y="25937"/>
                  </a:lnTo>
                  <a:lnTo>
                    <a:pt x="1748235" y="26739"/>
                  </a:lnTo>
                  <a:lnTo>
                    <a:pt x="1537807" y="27036"/>
                  </a:lnTo>
                  <a:lnTo>
                    <a:pt x="1537609" y="27036"/>
                  </a:lnTo>
                  <a:lnTo>
                    <a:pt x="1633370" y="29201"/>
                  </a:lnTo>
                  <a:lnTo>
                    <a:pt x="1788432" y="35438"/>
                  </a:lnTo>
                  <a:lnTo>
                    <a:pt x="1830640" y="35594"/>
                  </a:lnTo>
                  <a:lnTo>
                    <a:pt x="1865078" y="34406"/>
                  </a:lnTo>
                  <a:lnTo>
                    <a:pt x="1894110" y="32299"/>
                  </a:lnTo>
                  <a:lnTo>
                    <a:pt x="1945417" y="27036"/>
                  </a:lnTo>
                  <a:lnTo>
                    <a:pt x="1975077" y="24504"/>
                  </a:lnTo>
                  <a:close/>
                </a:path>
                <a:path w="4248784" h="50800">
                  <a:moveTo>
                    <a:pt x="3780786" y="27348"/>
                  </a:moveTo>
                  <a:lnTo>
                    <a:pt x="3134050" y="27348"/>
                  </a:lnTo>
                  <a:lnTo>
                    <a:pt x="3190535" y="27661"/>
                  </a:lnTo>
                  <a:lnTo>
                    <a:pt x="3185857" y="27661"/>
                  </a:lnTo>
                  <a:lnTo>
                    <a:pt x="3268601" y="29201"/>
                  </a:lnTo>
                  <a:lnTo>
                    <a:pt x="3269785" y="29201"/>
                  </a:lnTo>
                  <a:lnTo>
                    <a:pt x="3409707" y="32913"/>
                  </a:lnTo>
                  <a:lnTo>
                    <a:pt x="3501097" y="34266"/>
                  </a:lnTo>
                  <a:lnTo>
                    <a:pt x="3545951" y="34266"/>
                  </a:lnTo>
                  <a:lnTo>
                    <a:pt x="3599180" y="33513"/>
                  </a:lnTo>
                  <a:lnTo>
                    <a:pt x="3780786" y="27348"/>
                  </a:lnTo>
                  <a:close/>
                </a:path>
                <a:path w="4248784" h="50800">
                  <a:moveTo>
                    <a:pt x="508" y="14463"/>
                  </a:moveTo>
                  <a:lnTo>
                    <a:pt x="403" y="16209"/>
                  </a:lnTo>
                  <a:lnTo>
                    <a:pt x="309" y="17783"/>
                  </a:lnTo>
                  <a:lnTo>
                    <a:pt x="232" y="19075"/>
                  </a:lnTo>
                  <a:lnTo>
                    <a:pt x="123" y="20904"/>
                  </a:lnTo>
                  <a:lnTo>
                    <a:pt x="0" y="22972"/>
                  </a:lnTo>
                  <a:lnTo>
                    <a:pt x="1270" y="25639"/>
                  </a:lnTo>
                  <a:lnTo>
                    <a:pt x="1241" y="25937"/>
                  </a:lnTo>
                  <a:lnTo>
                    <a:pt x="1134" y="27036"/>
                  </a:lnTo>
                  <a:lnTo>
                    <a:pt x="1008" y="28341"/>
                  </a:lnTo>
                  <a:lnTo>
                    <a:pt x="925" y="29201"/>
                  </a:lnTo>
                  <a:lnTo>
                    <a:pt x="820" y="30281"/>
                  </a:lnTo>
                  <a:lnTo>
                    <a:pt x="744" y="31065"/>
                  </a:lnTo>
                  <a:lnTo>
                    <a:pt x="625" y="32299"/>
                  </a:lnTo>
                  <a:lnTo>
                    <a:pt x="508" y="33513"/>
                  </a:lnTo>
                  <a:lnTo>
                    <a:pt x="36749" y="29548"/>
                  </a:lnTo>
                  <a:lnTo>
                    <a:pt x="36554" y="29548"/>
                  </a:lnTo>
                  <a:lnTo>
                    <a:pt x="74115" y="26350"/>
                  </a:lnTo>
                  <a:lnTo>
                    <a:pt x="73232" y="26350"/>
                  </a:lnTo>
                  <a:lnTo>
                    <a:pt x="111391" y="24026"/>
                  </a:lnTo>
                  <a:lnTo>
                    <a:pt x="86115" y="22605"/>
                  </a:lnTo>
                  <a:lnTo>
                    <a:pt x="85919" y="22605"/>
                  </a:lnTo>
                  <a:lnTo>
                    <a:pt x="43168" y="19075"/>
                  </a:lnTo>
                  <a:lnTo>
                    <a:pt x="508" y="14463"/>
                  </a:lnTo>
                  <a:close/>
                </a:path>
                <a:path w="4248784" h="50800">
                  <a:moveTo>
                    <a:pt x="4248658" y="14463"/>
                  </a:moveTo>
                  <a:lnTo>
                    <a:pt x="4203472" y="15340"/>
                  </a:lnTo>
                  <a:lnTo>
                    <a:pt x="4110497" y="18273"/>
                  </a:lnTo>
                  <a:lnTo>
                    <a:pt x="4110731" y="18273"/>
                  </a:lnTo>
                  <a:lnTo>
                    <a:pt x="4026527" y="21461"/>
                  </a:lnTo>
                  <a:lnTo>
                    <a:pt x="4053119" y="21461"/>
                  </a:lnTo>
                  <a:lnTo>
                    <a:pt x="4099078" y="22605"/>
                  </a:lnTo>
                  <a:lnTo>
                    <a:pt x="4098453" y="22605"/>
                  </a:lnTo>
                  <a:lnTo>
                    <a:pt x="4148980" y="24984"/>
                  </a:lnTo>
                  <a:lnTo>
                    <a:pt x="4148300" y="24984"/>
                  </a:lnTo>
                  <a:lnTo>
                    <a:pt x="4197202" y="28483"/>
                  </a:lnTo>
                  <a:lnTo>
                    <a:pt x="4248658" y="33513"/>
                  </a:lnTo>
                  <a:lnTo>
                    <a:pt x="4248658" y="14463"/>
                  </a:lnTo>
                  <a:close/>
                </a:path>
                <a:path w="4248784" h="50800">
                  <a:moveTo>
                    <a:pt x="262291" y="21461"/>
                  </a:moveTo>
                  <a:lnTo>
                    <a:pt x="195063" y="21461"/>
                  </a:lnTo>
                  <a:lnTo>
                    <a:pt x="159046" y="22022"/>
                  </a:lnTo>
                  <a:lnTo>
                    <a:pt x="160877" y="22022"/>
                  </a:lnTo>
                  <a:lnTo>
                    <a:pt x="116189" y="23697"/>
                  </a:lnTo>
                  <a:lnTo>
                    <a:pt x="116784" y="23697"/>
                  </a:lnTo>
                  <a:lnTo>
                    <a:pt x="111391" y="24026"/>
                  </a:lnTo>
                  <a:lnTo>
                    <a:pt x="128427" y="24984"/>
                  </a:lnTo>
                  <a:lnTo>
                    <a:pt x="172858" y="26350"/>
                  </a:lnTo>
                  <a:lnTo>
                    <a:pt x="224634" y="26739"/>
                  </a:lnTo>
                  <a:lnTo>
                    <a:pt x="216743" y="26739"/>
                  </a:lnTo>
                  <a:lnTo>
                    <a:pt x="281018" y="25937"/>
                  </a:lnTo>
                  <a:lnTo>
                    <a:pt x="274709" y="25937"/>
                  </a:lnTo>
                  <a:lnTo>
                    <a:pt x="324342" y="24504"/>
                  </a:lnTo>
                  <a:lnTo>
                    <a:pt x="343708" y="23697"/>
                  </a:lnTo>
                  <a:lnTo>
                    <a:pt x="319704" y="22769"/>
                  </a:lnTo>
                  <a:lnTo>
                    <a:pt x="320183" y="22769"/>
                  </a:lnTo>
                  <a:lnTo>
                    <a:pt x="262291" y="21461"/>
                  </a:lnTo>
                  <a:close/>
                </a:path>
                <a:path w="4248784" h="50800">
                  <a:moveTo>
                    <a:pt x="4026527" y="21461"/>
                  </a:moveTo>
                  <a:lnTo>
                    <a:pt x="3968284" y="21461"/>
                  </a:lnTo>
                  <a:lnTo>
                    <a:pt x="3950090" y="21659"/>
                  </a:lnTo>
                  <a:lnTo>
                    <a:pt x="3951751" y="21659"/>
                  </a:lnTo>
                  <a:lnTo>
                    <a:pt x="3852599" y="24504"/>
                  </a:lnTo>
                  <a:lnTo>
                    <a:pt x="3853181" y="24504"/>
                  </a:lnTo>
                  <a:lnTo>
                    <a:pt x="3795819" y="26739"/>
                  </a:lnTo>
                  <a:lnTo>
                    <a:pt x="3816717" y="26739"/>
                  </a:lnTo>
                  <a:lnTo>
                    <a:pt x="3917904" y="24984"/>
                  </a:lnTo>
                  <a:lnTo>
                    <a:pt x="3919881" y="24984"/>
                  </a:lnTo>
                  <a:lnTo>
                    <a:pt x="4026527" y="21461"/>
                  </a:lnTo>
                  <a:close/>
                </a:path>
                <a:path w="4248784" h="50800">
                  <a:moveTo>
                    <a:pt x="2562644" y="0"/>
                  </a:moveTo>
                  <a:lnTo>
                    <a:pt x="2512121" y="595"/>
                  </a:lnTo>
                  <a:lnTo>
                    <a:pt x="2459974" y="1913"/>
                  </a:lnTo>
                  <a:lnTo>
                    <a:pt x="1851160" y="24504"/>
                  </a:lnTo>
                  <a:lnTo>
                    <a:pt x="1977057" y="24504"/>
                  </a:lnTo>
                  <a:lnTo>
                    <a:pt x="2000592" y="23353"/>
                  </a:lnTo>
                  <a:lnTo>
                    <a:pt x="1986272" y="23353"/>
                  </a:lnTo>
                  <a:lnTo>
                    <a:pt x="2879006" y="22972"/>
                  </a:lnTo>
                  <a:lnTo>
                    <a:pt x="2849727" y="22247"/>
                  </a:lnTo>
                  <a:lnTo>
                    <a:pt x="2814048" y="19464"/>
                  </a:lnTo>
                  <a:lnTo>
                    <a:pt x="2742211" y="8617"/>
                  </a:lnTo>
                  <a:lnTo>
                    <a:pt x="2701326" y="4436"/>
                  </a:lnTo>
                  <a:lnTo>
                    <a:pt x="2657560" y="1732"/>
                  </a:lnTo>
                  <a:lnTo>
                    <a:pt x="2611228" y="316"/>
                  </a:lnTo>
                  <a:lnTo>
                    <a:pt x="2562644" y="0"/>
                  </a:lnTo>
                  <a:close/>
                </a:path>
                <a:path w="4248784" h="50800">
                  <a:moveTo>
                    <a:pt x="3273532" y="7228"/>
                  </a:moveTo>
                  <a:lnTo>
                    <a:pt x="3214865" y="8109"/>
                  </a:lnTo>
                  <a:lnTo>
                    <a:pt x="3159379" y="10042"/>
                  </a:lnTo>
                  <a:lnTo>
                    <a:pt x="3104958" y="12760"/>
                  </a:lnTo>
                  <a:lnTo>
                    <a:pt x="3105354" y="12760"/>
                  </a:lnTo>
                  <a:lnTo>
                    <a:pt x="2968007" y="20904"/>
                  </a:lnTo>
                  <a:lnTo>
                    <a:pt x="2926502" y="22605"/>
                  </a:lnTo>
                  <a:lnTo>
                    <a:pt x="2874703" y="23353"/>
                  </a:lnTo>
                  <a:lnTo>
                    <a:pt x="3623747" y="23353"/>
                  </a:lnTo>
                  <a:lnTo>
                    <a:pt x="3600114" y="22431"/>
                  </a:lnTo>
                  <a:lnTo>
                    <a:pt x="3538143" y="19075"/>
                  </a:lnTo>
                  <a:lnTo>
                    <a:pt x="3401795" y="10042"/>
                  </a:lnTo>
                  <a:lnTo>
                    <a:pt x="3335774" y="7751"/>
                  </a:lnTo>
                  <a:lnTo>
                    <a:pt x="3273532" y="7228"/>
                  </a:lnTo>
                  <a:close/>
                </a:path>
                <a:path w="4248784" h="50800">
                  <a:moveTo>
                    <a:pt x="4019286" y="20904"/>
                  </a:moveTo>
                  <a:lnTo>
                    <a:pt x="3964527" y="20904"/>
                  </a:lnTo>
                  <a:lnTo>
                    <a:pt x="4067142" y="21461"/>
                  </a:lnTo>
                  <a:lnTo>
                    <a:pt x="3968284" y="21461"/>
                  </a:lnTo>
                  <a:lnTo>
                    <a:pt x="4019286" y="20904"/>
                  </a:lnTo>
                  <a:close/>
                </a:path>
                <a:path w="4248784" h="50800">
                  <a:moveTo>
                    <a:pt x="1474649" y="9169"/>
                  </a:moveTo>
                  <a:lnTo>
                    <a:pt x="1318699" y="9169"/>
                  </a:lnTo>
                  <a:lnTo>
                    <a:pt x="1217129" y="15194"/>
                  </a:lnTo>
                  <a:lnTo>
                    <a:pt x="1164575" y="17783"/>
                  </a:lnTo>
                  <a:lnTo>
                    <a:pt x="1109549" y="19075"/>
                  </a:lnTo>
                  <a:lnTo>
                    <a:pt x="1561555" y="19075"/>
                  </a:lnTo>
                  <a:lnTo>
                    <a:pt x="1523746" y="14463"/>
                  </a:lnTo>
                  <a:lnTo>
                    <a:pt x="1474649" y="9169"/>
                  </a:lnTo>
                  <a:close/>
                </a:path>
                <a:path w="4248784" h="50800">
                  <a:moveTo>
                    <a:pt x="1422314" y="6782"/>
                  </a:moveTo>
                  <a:lnTo>
                    <a:pt x="1371507" y="7062"/>
                  </a:lnTo>
                  <a:lnTo>
                    <a:pt x="1317874" y="9169"/>
                  </a:lnTo>
                  <a:lnTo>
                    <a:pt x="1477051" y="9169"/>
                  </a:lnTo>
                  <a:lnTo>
                    <a:pt x="1422314" y="6782"/>
                  </a:lnTo>
                  <a:close/>
                </a:path>
              </a:pathLst>
            </a:custGeom>
            <a:solidFill>
              <a:srgbClr val="FFFFFF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76496" y="4355560"/>
              <a:ext cx="4249420" cy="48260"/>
            </a:xfrm>
            <a:custGeom>
              <a:avLst/>
              <a:gdLst/>
              <a:ahLst/>
              <a:cxnLst/>
              <a:rect l="l" t="t" r="r" b="b"/>
              <a:pathLst>
                <a:path w="4249420" h="48260">
                  <a:moveTo>
                    <a:pt x="253" y="21240"/>
                  </a:moveTo>
                  <a:lnTo>
                    <a:pt x="67302" y="14831"/>
                  </a:lnTo>
                  <a:lnTo>
                    <a:pt x="127121" y="10199"/>
                  </a:lnTo>
                  <a:lnTo>
                    <a:pt x="181332" y="7270"/>
                  </a:lnTo>
                  <a:lnTo>
                    <a:pt x="231557" y="5969"/>
                  </a:lnTo>
                  <a:lnTo>
                    <a:pt x="279419" y="6220"/>
                  </a:lnTo>
                  <a:lnTo>
                    <a:pt x="326540" y="7948"/>
                  </a:lnTo>
                  <a:lnTo>
                    <a:pt x="374542" y="11077"/>
                  </a:lnTo>
                  <a:lnTo>
                    <a:pt x="425047" y="15533"/>
                  </a:lnTo>
                  <a:lnTo>
                    <a:pt x="479678" y="21240"/>
                  </a:lnTo>
                  <a:lnTo>
                    <a:pt x="531370" y="25208"/>
                  </a:lnTo>
                  <a:lnTo>
                    <a:pt x="583244" y="26324"/>
                  </a:lnTo>
                  <a:lnTo>
                    <a:pt x="634921" y="25329"/>
                  </a:lnTo>
                  <a:lnTo>
                    <a:pt x="686018" y="22959"/>
                  </a:lnTo>
                  <a:lnTo>
                    <a:pt x="736155" y="19954"/>
                  </a:lnTo>
                  <a:lnTo>
                    <a:pt x="784951" y="17052"/>
                  </a:lnTo>
                  <a:lnTo>
                    <a:pt x="832025" y="14991"/>
                  </a:lnTo>
                  <a:lnTo>
                    <a:pt x="876995" y="14510"/>
                  </a:lnTo>
                  <a:lnTo>
                    <a:pt x="919482" y="16347"/>
                  </a:lnTo>
                  <a:lnTo>
                    <a:pt x="959103" y="21240"/>
                  </a:lnTo>
                  <a:lnTo>
                    <a:pt x="995881" y="26811"/>
                  </a:lnTo>
                  <a:lnTo>
                    <a:pt x="1036749" y="31432"/>
                  </a:lnTo>
                  <a:lnTo>
                    <a:pt x="1081311" y="35049"/>
                  </a:lnTo>
                  <a:lnTo>
                    <a:pt x="1129174" y="37607"/>
                  </a:lnTo>
                  <a:lnTo>
                    <a:pt x="1179942" y="39051"/>
                  </a:lnTo>
                  <a:lnTo>
                    <a:pt x="1233223" y="39326"/>
                  </a:lnTo>
                  <a:lnTo>
                    <a:pt x="1288620" y="38376"/>
                  </a:lnTo>
                  <a:lnTo>
                    <a:pt x="1345740" y="36148"/>
                  </a:lnTo>
                  <a:lnTo>
                    <a:pt x="1404188" y="32586"/>
                  </a:lnTo>
                  <a:lnTo>
                    <a:pt x="1463570" y="27635"/>
                  </a:lnTo>
                  <a:lnTo>
                    <a:pt x="1523491" y="21240"/>
                  </a:lnTo>
                  <a:lnTo>
                    <a:pt x="1570792" y="15952"/>
                  </a:lnTo>
                  <a:lnTo>
                    <a:pt x="1618375" y="11370"/>
                  </a:lnTo>
                  <a:lnTo>
                    <a:pt x="1666251" y="7522"/>
                  </a:lnTo>
                  <a:lnTo>
                    <a:pt x="1714431" y="4434"/>
                  </a:lnTo>
                  <a:lnTo>
                    <a:pt x="1762925" y="2133"/>
                  </a:lnTo>
                  <a:lnTo>
                    <a:pt x="1811744" y="646"/>
                  </a:lnTo>
                  <a:lnTo>
                    <a:pt x="1860899" y="0"/>
                  </a:lnTo>
                  <a:lnTo>
                    <a:pt x="1910399" y="220"/>
                  </a:lnTo>
                  <a:lnTo>
                    <a:pt x="1960257" y="1334"/>
                  </a:lnTo>
                  <a:lnTo>
                    <a:pt x="2010481" y="3368"/>
                  </a:lnTo>
                  <a:lnTo>
                    <a:pt x="2061083" y="6349"/>
                  </a:lnTo>
                  <a:lnTo>
                    <a:pt x="2112073" y="10303"/>
                  </a:lnTo>
                  <a:lnTo>
                    <a:pt x="2163462" y="15258"/>
                  </a:lnTo>
                  <a:lnTo>
                    <a:pt x="2215261" y="21240"/>
                  </a:lnTo>
                  <a:lnTo>
                    <a:pt x="2284116" y="28479"/>
                  </a:lnTo>
                  <a:lnTo>
                    <a:pt x="2345904" y="32408"/>
                  </a:lnTo>
                  <a:lnTo>
                    <a:pt x="2401887" y="33666"/>
                  </a:lnTo>
                  <a:lnTo>
                    <a:pt x="2453328" y="32890"/>
                  </a:lnTo>
                  <a:lnTo>
                    <a:pt x="2501487" y="30718"/>
                  </a:lnTo>
                  <a:lnTo>
                    <a:pt x="2547627" y="27787"/>
                  </a:lnTo>
                  <a:lnTo>
                    <a:pt x="2593009" y="24737"/>
                  </a:lnTo>
                  <a:lnTo>
                    <a:pt x="2638896" y="22203"/>
                  </a:lnTo>
                  <a:lnTo>
                    <a:pt x="2686549" y="20825"/>
                  </a:lnTo>
                  <a:lnTo>
                    <a:pt x="2737230" y="21240"/>
                  </a:lnTo>
                  <a:lnTo>
                    <a:pt x="2790185" y="22067"/>
                  </a:lnTo>
                  <a:lnTo>
                    <a:pt x="2843647" y="21801"/>
                  </a:lnTo>
                  <a:lnTo>
                    <a:pt x="2897363" y="20784"/>
                  </a:lnTo>
                  <a:lnTo>
                    <a:pt x="2951076" y="19357"/>
                  </a:lnTo>
                  <a:lnTo>
                    <a:pt x="3004534" y="17859"/>
                  </a:lnTo>
                  <a:lnTo>
                    <a:pt x="3057481" y="16632"/>
                  </a:lnTo>
                  <a:lnTo>
                    <a:pt x="3109663" y="16016"/>
                  </a:lnTo>
                  <a:lnTo>
                    <a:pt x="3160825" y="16351"/>
                  </a:lnTo>
                  <a:lnTo>
                    <a:pt x="3210714" y="17979"/>
                  </a:lnTo>
                  <a:lnTo>
                    <a:pt x="3259074" y="21240"/>
                  </a:lnTo>
                  <a:lnTo>
                    <a:pt x="3285822" y="23038"/>
                  </a:lnTo>
                  <a:lnTo>
                    <a:pt x="3318164" y="24316"/>
                  </a:lnTo>
                  <a:lnTo>
                    <a:pt x="3355565" y="25129"/>
                  </a:lnTo>
                  <a:lnTo>
                    <a:pt x="3397491" y="25532"/>
                  </a:lnTo>
                  <a:lnTo>
                    <a:pt x="3443410" y="25580"/>
                  </a:lnTo>
                  <a:lnTo>
                    <a:pt x="3492787" y="25329"/>
                  </a:lnTo>
                  <a:lnTo>
                    <a:pt x="3545089" y="24833"/>
                  </a:lnTo>
                  <a:lnTo>
                    <a:pt x="3599783" y="24148"/>
                  </a:lnTo>
                  <a:lnTo>
                    <a:pt x="3656334" y="23329"/>
                  </a:lnTo>
                  <a:lnTo>
                    <a:pt x="3714210" y="22431"/>
                  </a:lnTo>
                  <a:lnTo>
                    <a:pt x="3772876" y="21509"/>
                  </a:lnTo>
                  <a:lnTo>
                    <a:pt x="3831799" y="20618"/>
                  </a:lnTo>
                  <a:lnTo>
                    <a:pt x="3890445" y="19814"/>
                  </a:lnTo>
                  <a:lnTo>
                    <a:pt x="3948281" y="19152"/>
                  </a:lnTo>
                  <a:lnTo>
                    <a:pt x="4004774" y="18686"/>
                  </a:lnTo>
                  <a:lnTo>
                    <a:pt x="4059389" y="18473"/>
                  </a:lnTo>
                  <a:lnTo>
                    <a:pt x="4111593" y="18566"/>
                  </a:lnTo>
                  <a:lnTo>
                    <a:pt x="4160852" y="19022"/>
                  </a:lnTo>
                  <a:lnTo>
                    <a:pt x="4206634" y="19895"/>
                  </a:lnTo>
                  <a:lnTo>
                    <a:pt x="4248404" y="21240"/>
                  </a:lnTo>
                  <a:lnTo>
                    <a:pt x="4249293" y="30511"/>
                  </a:lnTo>
                  <a:lnTo>
                    <a:pt x="4247769" y="30892"/>
                  </a:lnTo>
                  <a:lnTo>
                    <a:pt x="4248404" y="40290"/>
                  </a:lnTo>
                  <a:lnTo>
                    <a:pt x="4206256" y="42677"/>
                  </a:lnTo>
                  <a:lnTo>
                    <a:pt x="4164847" y="43785"/>
                  </a:lnTo>
                  <a:lnTo>
                    <a:pt x="4123619" y="43854"/>
                  </a:lnTo>
                  <a:lnTo>
                    <a:pt x="4082017" y="43125"/>
                  </a:lnTo>
                  <a:lnTo>
                    <a:pt x="4039482" y="41837"/>
                  </a:lnTo>
                  <a:lnTo>
                    <a:pt x="3995461" y="40232"/>
                  </a:lnTo>
                  <a:lnTo>
                    <a:pt x="3949395" y="38549"/>
                  </a:lnTo>
                  <a:lnTo>
                    <a:pt x="3900729" y="37030"/>
                  </a:lnTo>
                  <a:lnTo>
                    <a:pt x="3848907" y="35914"/>
                  </a:lnTo>
                  <a:lnTo>
                    <a:pt x="3793372" y="35441"/>
                  </a:lnTo>
                  <a:lnTo>
                    <a:pt x="3733567" y="35853"/>
                  </a:lnTo>
                  <a:lnTo>
                    <a:pt x="3668937" y="37389"/>
                  </a:lnTo>
                  <a:lnTo>
                    <a:pt x="3598926" y="40290"/>
                  </a:lnTo>
                  <a:lnTo>
                    <a:pt x="3527044" y="43155"/>
                  </a:lnTo>
                  <a:lnTo>
                    <a:pt x="3467772" y="44144"/>
                  </a:lnTo>
                  <a:lnTo>
                    <a:pt x="3418875" y="43666"/>
                  </a:lnTo>
                  <a:lnTo>
                    <a:pt x="3378120" y="42125"/>
                  </a:lnTo>
                  <a:lnTo>
                    <a:pt x="3343271" y="39928"/>
                  </a:lnTo>
                  <a:lnTo>
                    <a:pt x="3312096" y="37480"/>
                  </a:lnTo>
                  <a:lnTo>
                    <a:pt x="3282360" y="35189"/>
                  </a:lnTo>
                  <a:lnTo>
                    <a:pt x="3251830" y="33460"/>
                  </a:lnTo>
                  <a:lnTo>
                    <a:pt x="3218271" y="32700"/>
                  </a:lnTo>
                  <a:lnTo>
                    <a:pt x="3179449" y="33314"/>
                  </a:lnTo>
                  <a:lnTo>
                    <a:pt x="3133131" y="35709"/>
                  </a:lnTo>
                  <a:lnTo>
                    <a:pt x="3077082" y="40290"/>
                  </a:lnTo>
                  <a:lnTo>
                    <a:pt x="3014190" y="45114"/>
                  </a:lnTo>
                  <a:lnTo>
                    <a:pt x="2959013" y="47339"/>
                  </a:lnTo>
                  <a:lnTo>
                    <a:pt x="2910009" y="47511"/>
                  </a:lnTo>
                  <a:lnTo>
                    <a:pt x="2865635" y="46173"/>
                  </a:lnTo>
                  <a:lnTo>
                    <a:pt x="2824349" y="43871"/>
                  </a:lnTo>
                  <a:lnTo>
                    <a:pt x="2784608" y="41149"/>
                  </a:lnTo>
                  <a:lnTo>
                    <a:pt x="2744872" y="38551"/>
                  </a:lnTo>
                  <a:lnTo>
                    <a:pt x="2703596" y="36622"/>
                  </a:lnTo>
                  <a:lnTo>
                    <a:pt x="2659239" y="35905"/>
                  </a:lnTo>
                  <a:lnTo>
                    <a:pt x="2610259" y="36947"/>
                  </a:lnTo>
                  <a:lnTo>
                    <a:pt x="2555112" y="40290"/>
                  </a:lnTo>
                  <a:lnTo>
                    <a:pt x="2506390" y="43657"/>
                  </a:lnTo>
                  <a:lnTo>
                    <a:pt x="2459298" y="45990"/>
                  </a:lnTo>
                  <a:lnTo>
                    <a:pt x="2413338" y="47418"/>
                  </a:lnTo>
                  <a:lnTo>
                    <a:pt x="2368008" y="48069"/>
                  </a:lnTo>
                  <a:lnTo>
                    <a:pt x="2322808" y="48073"/>
                  </a:lnTo>
                  <a:lnTo>
                    <a:pt x="2277236" y="47559"/>
                  </a:lnTo>
                  <a:lnTo>
                    <a:pt x="2230792" y="46656"/>
                  </a:lnTo>
                  <a:lnTo>
                    <a:pt x="2182974" y="45493"/>
                  </a:lnTo>
                  <a:lnTo>
                    <a:pt x="2133283" y="44198"/>
                  </a:lnTo>
                  <a:lnTo>
                    <a:pt x="2081217" y="42902"/>
                  </a:lnTo>
                  <a:lnTo>
                    <a:pt x="2026275" y="41732"/>
                  </a:lnTo>
                  <a:lnTo>
                    <a:pt x="1967957" y="40819"/>
                  </a:lnTo>
                  <a:lnTo>
                    <a:pt x="1905762" y="40290"/>
                  </a:lnTo>
                  <a:lnTo>
                    <a:pt x="1849106" y="40119"/>
                  </a:lnTo>
                  <a:lnTo>
                    <a:pt x="1797842" y="40170"/>
                  </a:lnTo>
                  <a:lnTo>
                    <a:pt x="1750901" y="40396"/>
                  </a:lnTo>
                  <a:lnTo>
                    <a:pt x="1707213" y="40746"/>
                  </a:lnTo>
                  <a:lnTo>
                    <a:pt x="1665710" y="41171"/>
                  </a:lnTo>
                  <a:lnTo>
                    <a:pt x="1625320" y="41623"/>
                  </a:lnTo>
                  <a:lnTo>
                    <a:pt x="1584975" y="42052"/>
                  </a:lnTo>
                  <a:lnTo>
                    <a:pt x="1543606" y="42410"/>
                  </a:lnTo>
                  <a:lnTo>
                    <a:pt x="1500144" y="42646"/>
                  </a:lnTo>
                  <a:lnTo>
                    <a:pt x="1453517" y="42712"/>
                  </a:lnTo>
                  <a:lnTo>
                    <a:pt x="1402659" y="42558"/>
                  </a:lnTo>
                  <a:lnTo>
                    <a:pt x="1346498" y="42136"/>
                  </a:lnTo>
                  <a:lnTo>
                    <a:pt x="1283966" y="41397"/>
                  </a:lnTo>
                  <a:lnTo>
                    <a:pt x="1213992" y="40290"/>
                  </a:lnTo>
                  <a:lnTo>
                    <a:pt x="1120371" y="38703"/>
                  </a:lnTo>
                  <a:lnTo>
                    <a:pt x="1044919" y="37632"/>
                  </a:lnTo>
                  <a:lnTo>
                    <a:pt x="984629" y="37018"/>
                  </a:lnTo>
                  <a:lnTo>
                    <a:pt x="936494" y="36797"/>
                  </a:lnTo>
                  <a:lnTo>
                    <a:pt x="897509" y="36909"/>
                  </a:lnTo>
                  <a:lnTo>
                    <a:pt x="864664" y="37291"/>
                  </a:lnTo>
                  <a:lnTo>
                    <a:pt x="834955" y="37882"/>
                  </a:lnTo>
                  <a:lnTo>
                    <a:pt x="805374" y="38620"/>
                  </a:lnTo>
                  <a:lnTo>
                    <a:pt x="772913" y="39443"/>
                  </a:lnTo>
                  <a:lnTo>
                    <a:pt x="734567" y="40290"/>
                  </a:lnTo>
                  <a:lnTo>
                    <a:pt x="700403" y="40731"/>
                  </a:lnTo>
                  <a:lnTo>
                    <a:pt x="659101" y="40937"/>
                  </a:lnTo>
                  <a:lnTo>
                    <a:pt x="611743" y="40950"/>
                  </a:lnTo>
                  <a:lnTo>
                    <a:pt x="559409" y="40812"/>
                  </a:lnTo>
                  <a:lnTo>
                    <a:pt x="503181" y="40565"/>
                  </a:lnTo>
                  <a:lnTo>
                    <a:pt x="444139" y="40250"/>
                  </a:lnTo>
                  <a:lnTo>
                    <a:pt x="383365" y="39909"/>
                  </a:lnTo>
                  <a:lnTo>
                    <a:pt x="321940" y="39584"/>
                  </a:lnTo>
                  <a:lnTo>
                    <a:pt x="260944" y="39316"/>
                  </a:lnTo>
                  <a:lnTo>
                    <a:pt x="201460" y="39146"/>
                  </a:lnTo>
                  <a:lnTo>
                    <a:pt x="144568" y="39117"/>
                  </a:lnTo>
                  <a:lnTo>
                    <a:pt x="91348" y="39271"/>
                  </a:lnTo>
                  <a:lnTo>
                    <a:pt x="42883" y="39648"/>
                  </a:lnTo>
                  <a:lnTo>
                    <a:pt x="253" y="40290"/>
                  </a:lnTo>
                  <a:lnTo>
                    <a:pt x="0" y="35972"/>
                  </a:lnTo>
                  <a:lnTo>
                    <a:pt x="762" y="27209"/>
                  </a:lnTo>
                  <a:lnTo>
                    <a:pt x="253" y="21240"/>
                  </a:lnTo>
                  <a:close/>
                </a:path>
              </a:pathLst>
            </a:custGeom>
            <a:ln w="444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5410199" cy="6858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2574" y="0"/>
              <a:ext cx="6829425" cy="25336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410199" y="0"/>
              <a:ext cx="6781800" cy="2286000"/>
            </a:xfrm>
            <a:custGeom>
              <a:avLst/>
              <a:gdLst/>
              <a:ahLst/>
              <a:cxnLst/>
              <a:rect l="l" t="t" r="r" b="b"/>
              <a:pathLst>
                <a:path w="6781800" h="2286000">
                  <a:moveTo>
                    <a:pt x="67818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781800" y="2286000"/>
                  </a:lnTo>
                  <a:lnTo>
                    <a:pt x="678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98870" y="1081024"/>
            <a:ext cx="473710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65"/>
              <a:t>ONE-</a:t>
            </a:r>
            <a:r>
              <a:rPr dirty="0" sz="3950" spc="-25"/>
              <a:t>SHOT</a:t>
            </a:r>
            <a:r>
              <a:rPr dirty="0" sz="3950" spc="-360"/>
              <a:t> </a:t>
            </a:r>
            <a:r>
              <a:rPr dirty="0" sz="3950" spc="-10"/>
              <a:t>LEARNİNG</a:t>
            </a:r>
            <a:endParaRPr sz="3950"/>
          </a:p>
        </p:txBody>
      </p:sp>
      <p:sp>
        <p:nvSpPr>
          <p:cNvPr id="7" name="object 7" descr=""/>
          <p:cNvSpPr txBox="1"/>
          <p:nvPr/>
        </p:nvSpPr>
        <p:spPr>
          <a:xfrm>
            <a:off x="6198870" y="2279586"/>
            <a:ext cx="5021580" cy="11550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1300" marR="5080" indent="-228600">
              <a:lnSpc>
                <a:spcPct val="897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rebuchet MS"/>
                <a:cs typeface="Trebuchet MS"/>
              </a:rPr>
              <a:t>Modelin</a:t>
            </a:r>
            <a:r>
              <a:rPr dirty="0" sz="2000" spc="-204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amacı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50">
                <a:latin typeface="Trebuchet MS"/>
                <a:cs typeface="Trebuchet MS"/>
              </a:rPr>
              <a:t>"bu</a:t>
            </a:r>
            <a:r>
              <a:rPr dirty="0" sz="2000" spc="-215">
                <a:latin typeface="Trebuchet MS"/>
                <a:cs typeface="Trebuchet MS"/>
              </a:rPr>
              <a:t> </a:t>
            </a:r>
            <a:r>
              <a:rPr dirty="0" sz="2000" spc="-55">
                <a:latin typeface="Trebuchet MS"/>
                <a:cs typeface="Trebuchet MS"/>
              </a:rPr>
              <a:t>bir</a:t>
            </a:r>
            <a:r>
              <a:rPr dirty="0" sz="2000" spc="-215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elmadır"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demeyi </a:t>
            </a:r>
            <a:r>
              <a:rPr dirty="0" sz="2000" spc="-30">
                <a:latin typeface="Trebuchet MS"/>
                <a:cs typeface="Trebuchet MS"/>
              </a:rPr>
              <a:t>öğrenmek</a:t>
            </a:r>
            <a:r>
              <a:rPr dirty="0" sz="2000" spc="-204">
                <a:latin typeface="Trebuchet MS"/>
                <a:cs typeface="Trebuchet MS"/>
              </a:rPr>
              <a:t> </a:t>
            </a:r>
            <a:r>
              <a:rPr dirty="0" sz="2000" spc="-75">
                <a:latin typeface="Trebuchet MS"/>
                <a:cs typeface="Trebuchet MS"/>
              </a:rPr>
              <a:t>değil,</a:t>
            </a:r>
            <a:r>
              <a:rPr dirty="0" sz="2000" spc="-8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"bu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95">
                <a:latin typeface="Trebuchet MS"/>
                <a:cs typeface="Trebuchet MS"/>
              </a:rPr>
              <a:t>iki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35">
                <a:latin typeface="Trebuchet MS"/>
                <a:cs typeface="Trebuchet MS"/>
              </a:rPr>
              <a:t>görüntü</a:t>
            </a:r>
            <a:r>
              <a:rPr dirty="0" sz="2000" spc="-195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aynı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şeye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mi </a:t>
            </a:r>
            <a:r>
              <a:rPr dirty="0" sz="2000">
                <a:latin typeface="Trebuchet MS"/>
                <a:cs typeface="Trebuchet MS"/>
              </a:rPr>
              <a:t>ait?"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sorusuna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cevap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verecek</a:t>
            </a:r>
            <a:r>
              <a:rPr dirty="0" sz="2000" spc="-40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genel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bir </a:t>
            </a:r>
            <a:r>
              <a:rPr dirty="0" sz="2000" spc="-60">
                <a:latin typeface="Trebuchet MS"/>
                <a:cs typeface="Trebuchet MS"/>
              </a:rPr>
              <a:t>benzerlik</a:t>
            </a:r>
            <a:r>
              <a:rPr dirty="0" sz="2000" spc="-90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fonksiyonu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öğrenmektir.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600" spc="-150"/>
              <a:t>Siamese</a:t>
            </a:r>
            <a:r>
              <a:rPr dirty="0" sz="6600" spc="-605"/>
              <a:t> </a:t>
            </a:r>
            <a:r>
              <a:rPr dirty="0" sz="6600" spc="-195"/>
              <a:t>Networks</a:t>
            </a:r>
            <a:endParaRPr sz="6600"/>
          </a:p>
        </p:txBody>
      </p:sp>
      <p:grpSp>
        <p:nvGrpSpPr>
          <p:cNvPr id="3" name="object 3" descr=""/>
          <p:cNvGrpSpPr/>
          <p:nvPr/>
        </p:nvGrpSpPr>
        <p:grpSpPr>
          <a:xfrm>
            <a:off x="741133" y="2369042"/>
            <a:ext cx="4281170" cy="65405"/>
            <a:chOff x="741133" y="2369042"/>
            <a:chExt cx="4281170" cy="65405"/>
          </a:xfrm>
        </p:grpSpPr>
        <p:sp>
          <p:nvSpPr>
            <p:cNvPr id="4" name="object 4" descr=""/>
            <p:cNvSpPr/>
            <p:nvPr/>
          </p:nvSpPr>
          <p:spPr>
            <a:xfrm>
              <a:off x="761525" y="2393085"/>
              <a:ext cx="4239260" cy="25400"/>
            </a:xfrm>
            <a:custGeom>
              <a:avLst/>
              <a:gdLst/>
              <a:ahLst/>
              <a:cxnLst/>
              <a:rect l="l" t="t" r="r" b="b"/>
              <a:pathLst>
                <a:path w="4239260" h="25400">
                  <a:moveTo>
                    <a:pt x="3067008" y="13919"/>
                  </a:moveTo>
                  <a:lnTo>
                    <a:pt x="2142487" y="13919"/>
                  </a:lnTo>
                  <a:lnTo>
                    <a:pt x="2383929" y="23351"/>
                  </a:lnTo>
                  <a:lnTo>
                    <a:pt x="2480231" y="25168"/>
                  </a:lnTo>
                  <a:lnTo>
                    <a:pt x="2519302" y="25336"/>
                  </a:lnTo>
                  <a:lnTo>
                    <a:pt x="2601864" y="24656"/>
                  </a:lnTo>
                  <a:lnTo>
                    <a:pt x="3021031" y="14353"/>
                  </a:lnTo>
                  <a:lnTo>
                    <a:pt x="3067008" y="13919"/>
                  </a:lnTo>
                  <a:close/>
                </a:path>
                <a:path w="4239260" h="25400">
                  <a:moveTo>
                    <a:pt x="815751" y="1057"/>
                  </a:moveTo>
                  <a:lnTo>
                    <a:pt x="764273" y="1057"/>
                  </a:lnTo>
                  <a:lnTo>
                    <a:pt x="708617" y="1893"/>
                  </a:lnTo>
                  <a:lnTo>
                    <a:pt x="711686" y="1893"/>
                  </a:lnTo>
                  <a:lnTo>
                    <a:pt x="389468" y="10854"/>
                  </a:lnTo>
                  <a:lnTo>
                    <a:pt x="390930" y="10854"/>
                  </a:lnTo>
                  <a:lnTo>
                    <a:pt x="342720" y="11863"/>
                  </a:lnTo>
                  <a:lnTo>
                    <a:pt x="380063" y="12581"/>
                  </a:lnTo>
                  <a:lnTo>
                    <a:pt x="646255" y="20361"/>
                  </a:lnTo>
                  <a:lnTo>
                    <a:pt x="647840" y="20361"/>
                  </a:lnTo>
                  <a:lnTo>
                    <a:pt x="738592" y="21492"/>
                  </a:lnTo>
                  <a:lnTo>
                    <a:pt x="774638" y="21492"/>
                  </a:lnTo>
                  <a:lnTo>
                    <a:pt x="815850" y="21136"/>
                  </a:lnTo>
                  <a:lnTo>
                    <a:pt x="1008228" y="17806"/>
                  </a:lnTo>
                  <a:lnTo>
                    <a:pt x="1005776" y="17806"/>
                  </a:lnTo>
                  <a:lnTo>
                    <a:pt x="1238946" y="14879"/>
                  </a:lnTo>
                  <a:lnTo>
                    <a:pt x="1237785" y="14879"/>
                  </a:lnTo>
                  <a:lnTo>
                    <a:pt x="1298384" y="14225"/>
                  </a:lnTo>
                  <a:lnTo>
                    <a:pt x="1298240" y="14225"/>
                  </a:lnTo>
                  <a:lnTo>
                    <a:pt x="1326267" y="13919"/>
                  </a:lnTo>
                  <a:lnTo>
                    <a:pt x="1720715" y="13548"/>
                  </a:lnTo>
                  <a:lnTo>
                    <a:pt x="1654106" y="12802"/>
                  </a:lnTo>
                  <a:lnTo>
                    <a:pt x="1653328" y="12802"/>
                  </a:lnTo>
                  <a:lnTo>
                    <a:pt x="1608692" y="11694"/>
                  </a:lnTo>
                  <a:lnTo>
                    <a:pt x="1608119" y="11694"/>
                  </a:lnTo>
                  <a:lnTo>
                    <a:pt x="1563135" y="9833"/>
                  </a:lnTo>
                  <a:lnTo>
                    <a:pt x="1558036" y="9521"/>
                  </a:lnTo>
                  <a:lnTo>
                    <a:pt x="1110734" y="9521"/>
                  </a:lnTo>
                  <a:lnTo>
                    <a:pt x="1049074" y="8886"/>
                  </a:lnTo>
                  <a:lnTo>
                    <a:pt x="999583" y="7214"/>
                  </a:lnTo>
                  <a:lnTo>
                    <a:pt x="893689" y="2685"/>
                  </a:lnTo>
                  <a:lnTo>
                    <a:pt x="849615" y="1485"/>
                  </a:lnTo>
                  <a:lnTo>
                    <a:pt x="815751" y="1057"/>
                  </a:lnTo>
                  <a:close/>
                </a:path>
                <a:path w="4239260" h="25400">
                  <a:moveTo>
                    <a:pt x="1971097" y="12262"/>
                  </a:moveTo>
                  <a:lnTo>
                    <a:pt x="1844702" y="12262"/>
                  </a:lnTo>
                  <a:lnTo>
                    <a:pt x="1806207" y="12802"/>
                  </a:lnTo>
                  <a:lnTo>
                    <a:pt x="1719851" y="13548"/>
                  </a:lnTo>
                  <a:lnTo>
                    <a:pt x="1539560" y="13548"/>
                  </a:lnTo>
                  <a:lnTo>
                    <a:pt x="1612940" y="14353"/>
                  </a:lnTo>
                  <a:lnTo>
                    <a:pt x="1617352" y="14353"/>
                  </a:lnTo>
                  <a:lnTo>
                    <a:pt x="1789240" y="17806"/>
                  </a:lnTo>
                  <a:lnTo>
                    <a:pt x="1826545" y="17806"/>
                  </a:lnTo>
                  <a:lnTo>
                    <a:pt x="1860897" y="17221"/>
                  </a:lnTo>
                  <a:lnTo>
                    <a:pt x="1889862" y="16174"/>
                  </a:lnTo>
                  <a:lnTo>
                    <a:pt x="1971097" y="12262"/>
                  </a:lnTo>
                  <a:close/>
                </a:path>
                <a:path w="4239260" h="25400">
                  <a:moveTo>
                    <a:pt x="3745385" y="14225"/>
                  </a:moveTo>
                  <a:lnTo>
                    <a:pt x="3227218" y="14225"/>
                  </a:lnTo>
                  <a:lnTo>
                    <a:pt x="3285564" y="14879"/>
                  </a:lnTo>
                  <a:lnTo>
                    <a:pt x="3282680" y="14879"/>
                  </a:lnTo>
                  <a:lnTo>
                    <a:pt x="3513170" y="17221"/>
                  </a:lnTo>
                  <a:lnTo>
                    <a:pt x="3523332" y="17221"/>
                  </a:lnTo>
                  <a:lnTo>
                    <a:pt x="3745385" y="14225"/>
                  </a:lnTo>
                  <a:close/>
                </a:path>
                <a:path w="4239260" h="25400">
                  <a:moveTo>
                    <a:pt x="474" y="7214"/>
                  </a:moveTo>
                  <a:lnTo>
                    <a:pt x="413" y="7785"/>
                  </a:lnTo>
                  <a:lnTo>
                    <a:pt x="297" y="8886"/>
                  </a:lnTo>
                  <a:lnTo>
                    <a:pt x="197" y="9833"/>
                  </a:lnTo>
                  <a:lnTo>
                    <a:pt x="88" y="10854"/>
                  </a:lnTo>
                  <a:lnTo>
                    <a:pt x="0" y="11694"/>
                  </a:lnTo>
                  <a:lnTo>
                    <a:pt x="173" y="11694"/>
                  </a:lnTo>
                  <a:lnTo>
                    <a:pt x="1236" y="12802"/>
                  </a:lnTo>
                  <a:lnTo>
                    <a:pt x="1092" y="13548"/>
                  </a:lnTo>
                  <a:lnTo>
                    <a:pt x="1020" y="13919"/>
                  </a:lnTo>
                  <a:lnTo>
                    <a:pt x="960" y="14225"/>
                  </a:lnTo>
                  <a:lnTo>
                    <a:pt x="834" y="14879"/>
                  </a:lnTo>
                  <a:lnTo>
                    <a:pt x="753" y="15296"/>
                  </a:lnTo>
                  <a:lnTo>
                    <a:pt x="637" y="15895"/>
                  </a:lnTo>
                  <a:lnTo>
                    <a:pt x="583" y="16174"/>
                  </a:lnTo>
                  <a:lnTo>
                    <a:pt x="474" y="16739"/>
                  </a:lnTo>
                  <a:lnTo>
                    <a:pt x="34696" y="14879"/>
                  </a:lnTo>
                  <a:lnTo>
                    <a:pt x="33950" y="14879"/>
                  </a:lnTo>
                  <a:lnTo>
                    <a:pt x="83028" y="12802"/>
                  </a:lnTo>
                  <a:lnTo>
                    <a:pt x="85766" y="12802"/>
                  </a:lnTo>
                  <a:lnTo>
                    <a:pt x="103575" y="12262"/>
                  </a:lnTo>
                  <a:lnTo>
                    <a:pt x="120253" y="12262"/>
                  </a:lnTo>
                  <a:lnTo>
                    <a:pt x="70510" y="10854"/>
                  </a:lnTo>
                  <a:lnTo>
                    <a:pt x="75211" y="10854"/>
                  </a:lnTo>
                  <a:lnTo>
                    <a:pt x="43062" y="9521"/>
                  </a:lnTo>
                  <a:lnTo>
                    <a:pt x="474" y="7214"/>
                  </a:lnTo>
                  <a:close/>
                </a:path>
                <a:path w="4239260" h="25400">
                  <a:moveTo>
                    <a:pt x="4238652" y="10854"/>
                  </a:moveTo>
                  <a:lnTo>
                    <a:pt x="4054456" y="10854"/>
                  </a:lnTo>
                  <a:lnTo>
                    <a:pt x="4122325" y="11694"/>
                  </a:lnTo>
                  <a:lnTo>
                    <a:pt x="4106314" y="11694"/>
                  </a:lnTo>
                  <a:lnTo>
                    <a:pt x="4144033" y="12581"/>
                  </a:lnTo>
                  <a:lnTo>
                    <a:pt x="4141846" y="12581"/>
                  </a:lnTo>
                  <a:lnTo>
                    <a:pt x="4187759" y="14225"/>
                  </a:lnTo>
                  <a:lnTo>
                    <a:pt x="4239099" y="16739"/>
                  </a:lnTo>
                  <a:lnTo>
                    <a:pt x="4238981" y="13548"/>
                  </a:lnTo>
                  <a:lnTo>
                    <a:pt x="4238877" y="12581"/>
                  </a:lnTo>
                  <a:lnTo>
                    <a:pt x="4238761" y="11694"/>
                  </a:lnTo>
                  <a:lnTo>
                    <a:pt x="4238652" y="10854"/>
                  </a:lnTo>
                  <a:close/>
                </a:path>
                <a:path w="4239260" h="25400">
                  <a:moveTo>
                    <a:pt x="3778981" y="13548"/>
                  </a:moveTo>
                  <a:lnTo>
                    <a:pt x="3172561" y="13548"/>
                  </a:lnTo>
                  <a:lnTo>
                    <a:pt x="3048628" y="13919"/>
                  </a:lnTo>
                  <a:lnTo>
                    <a:pt x="3229125" y="14225"/>
                  </a:lnTo>
                  <a:lnTo>
                    <a:pt x="3745541" y="14225"/>
                  </a:lnTo>
                  <a:lnTo>
                    <a:pt x="3778981" y="13548"/>
                  </a:lnTo>
                  <a:close/>
                </a:path>
                <a:path w="4239260" h="25400">
                  <a:moveTo>
                    <a:pt x="3640985" y="12262"/>
                  </a:moveTo>
                  <a:lnTo>
                    <a:pt x="2087226" y="12262"/>
                  </a:lnTo>
                  <a:lnTo>
                    <a:pt x="2143544" y="13919"/>
                  </a:lnTo>
                  <a:lnTo>
                    <a:pt x="3211280" y="13919"/>
                  </a:lnTo>
                  <a:lnTo>
                    <a:pt x="3792479" y="13548"/>
                  </a:lnTo>
                  <a:lnTo>
                    <a:pt x="3684781" y="12802"/>
                  </a:lnTo>
                  <a:lnTo>
                    <a:pt x="3640985" y="12262"/>
                  </a:lnTo>
                  <a:close/>
                </a:path>
                <a:path w="4239260" h="25400">
                  <a:moveTo>
                    <a:pt x="270223" y="10854"/>
                  </a:moveTo>
                  <a:lnTo>
                    <a:pt x="170376" y="10854"/>
                  </a:lnTo>
                  <a:lnTo>
                    <a:pt x="116306" y="11863"/>
                  </a:lnTo>
                  <a:lnTo>
                    <a:pt x="116746" y="11863"/>
                  </a:lnTo>
                  <a:lnTo>
                    <a:pt x="103575" y="12262"/>
                  </a:lnTo>
                  <a:lnTo>
                    <a:pt x="120253" y="12262"/>
                  </a:lnTo>
                  <a:lnTo>
                    <a:pt x="131520" y="12581"/>
                  </a:lnTo>
                  <a:lnTo>
                    <a:pt x="134271" y="12581"/>
                  </a:lnTo>
                  <a:lnTo>
                    <a:pt x="196460" y="13548"/>
                  </a:lnTo>
                  <a:lnTo>
                    <a:pt x="188467" y="13548"/>
                  </a:lnTo>
                  <a:lnTo>
                    <a:pt x="286354" y="12802"/>
                  </a:lnTo>
                  <a:lnTo>
                    <a:pt x="342720" y="11863"/>
                  </a:lnTo>
                  <a:lnTo>
                    <a:pt x="333917" y="11694"/>
                  </a:lnTo>
                  <a:lnTo>
                    <a:pt x="345043" y="11694"/>
                  </a:lnTo>
                  <a:lnTo>
                    <a:pt x="270223" y="10854"/>
                  </a:lnTo>
                  <a:close/>
                </a:path>
                <a:path w="4239260" h="25400">
                  <a:moveTo>
                    <a:pt x="3897055" y="12802"/>
                  </a:moveTo>
                  <a:lnTo>
                    <a:pt x="3815835" y="12802"/>
                  </a:lnTo>
                  <a:lnTo>
                    <a:pt x="3778981" y="13548"/>
                  </a:lnTo>
                  <a:lnTo>
                    <a:pt x="3785753" y="13548"/>
                  </a:lnTo>
                  <a:lnTo>
                    <a:pt x="3897055" y="12802"/>
                  </a:lnTo>
                  <a:close/>
                </a:path>
                <a:path w="4239260" h="25400">
                  <a:moveTo>
                    <a:pt x="4012300" y="10854"/>
                  </a:moveTo>
                  <a:lnTo>
                    <a:pt x="3941157" y="10854"/>
                  </a:lnTo>
                  <a:lnTo>
                    <a:pt x="3871164" y="11694"/>
                  </a:lnTo>
                  <a:lnTo>
                    <a:pt x="3878138" y="11694"/>
                  </a:lnTo>
                  <a:lnTo>
                    <a:pt x="3843928" y="12262"/>
                  </a:lnTo>
                  <a:lnTo>
                    <a:pt x="3844501" y="12262"/>
                  </a:lnTo>
                  <a:lnTo>
                    <a:pt x="3816619" y="12802"/>
                  </a:lnTo>
                  <a:lnTo>
                    <a:pt x="3884824" y="12802"/>
                  </a:lnTo>
                  <a:lnTo>
                    <a:pt x="3903984" y="12581"/>
                  </a:lnTo>
                  <a:lnTo>
                    <a:pt x="3907245" y="12581"/>
                  </a:lnTo>
                  <a:lnTo>
                    <a:pt x="4012300" y="10854"/>
                  </a:lnTo>
                  <a:close/>
                </a:path>
                <a:path w="4239260" h="25400">
                  <a:moveTo>
                    <a:pt x="1996432" y="11694"/>
                  </a:moveTo>
                  <a:lnTo>
                    <a:pt x="1877256" y="11694"/>
                  </a:lnTo>
                  <a:lnTo>
                    <a:pt x="1845440" y="12262"/>
                  </a:lnTo>
                  <a:lnTo>
                    <a:pt x="1973367" y="12262"/>
                  </a:lnTo>
                  <a:lnTo>
                    <a:pt x="1996432" y="11694"/>
                  </a:lnTo>
                  <a:close/>
                </a:path>
                <a:path w="4239260" h="25400">
                  <a:moveTo>
                    <a:pt x="3573456" y="10854"/>
                  </a:moveTo>
                  <a:lnTo>
                    <a:pt x="2942334" y="10854"/>
                  </a:lnTo>
                  <a:lnTo>
                    <a:pt x="2901411" y="11694"/>
                  </a:lnTo>
                  <a:lnTo>
                    <a:pt x="2052198" y="11694"/>
                  </a:lnTo>
                  <a:lnTo>
                    <a:pt x="2092182" y="12262"/>
                  </a:lnTo>
                  <a:lnTo>
                    <a:pt x="3645023" y="12262"/>
                  </a:lnTo>
                  <a:lnTo>
                    <a:pt x="3573456" y="10854"/>
                  </a:lnTo>
                  <a:close/>
                </a:path>
                <a:path w="4239260" h="25400">
                  <a:moveTo>
                    <a:pt x="2658169" y="1057"/>
                  </a:moveTo>
                  <a:lnTo>
                    <a:pt x="2449185" y="1057"/>
                  </a:lnTo>
                  <a:lnTo>
                    <a:pt x="2344023" y="3050"/>
                  </a:lnTo>
                  <a:lnTo>
                    <a:pt x="2344173" y="3050"/>
                  </a:lnTo>
                  <a:lnTo>
                    <a:pt x="2286134" y="4292"/>
                  </a:lnTo>
                  <a:lnTo>
                    <a:pt x="1998402" y="9329"/>
                  </a:lnTo>
                  <a:lnTo>
                    <a:pt x="1999373" y="9329"/>
                  </a:lnTo>
                  <a:lnTo>
                    <a:pt x="1879466" y="11694"/>
                  </a:lnTo>
                  <a:lnTo>
                    <a:pt x="2888736" y="11694"/>
                  </a:lnTo>
                  <a:lnTo>
                    <a:pt x="2821780" y="10854"/>
                  </a:lnTo>
                  <a:lnTo>
                    <a:pt x="2836521" y="10854"/>
                  </a:lnTo>
                  <a:lnTo>
                    <a:pt x="2810550" y="9833"/>
                  </a:lnTo>
                  <a:lnTo>
                    <a:pt x="2809282" y="9833"/>
                  </a:lnTo>
                  <a:lnTo>
                    <a:pt x="2736147" y="4292"/>
                  </a:lnTo>
                  <a:lnTo>
                    <a:pt x="2695338" y="2204"/>
                  </a:lnTo>
                  <a:lnTo>
                    <a:pt x="2658169" y="1057"/>
                  </a:lnTo>
                  <a:close/>
                </a:path>
                <a:path w="4239260" h="25400">
                  <a:moveTo>
                    <a:pt x="3266207" y="3603"/>
                  </a:moveTo>
                  <a:lnTo>
                    <a:pt x="3232230" y="3861"/>
                  </a:lnTo>
                  <a:lnTo>
                    <a:pt x="3218330" y="3861"/>
                  </a:lnTo>
                  <a:lnTo>
                    <a:pt x="3098341" y="6375"/>
                  </a:lnTo>
                  <a:lnTo>
                    <a:pt x="3098685" y="6375"/>
                  </a:lnTo>
                  <a:lnTo>
                    <a:pt x="3001855" y="9329"/>
                  </a:lnTo>
                  <a:lnTo>
                    <a:pt x="2947557" y="10854"/>
                  </a:lnTo>
                  <a:lnTo>
                    <a:pt x="3578653" y="10854"/>
                  </a:lnTo>
                  <a:lnTo>
                    <a:pt x="3394490" y="5014"/>
                  </a:lnTo>
                  <a:lnTo>
                    <a:pt x="3394750" y="5014"/>
                  </a:lnTo>
                  <a:lnTo>
                    <a:pt x="3328305" y="3861"/>
                  </a:lnTo>
                  <a:lnTo>
                    <a:pt x="3266207" y="3603"/>
                  </a:lnTo>
                  <a:close/>
                </a:path>
                <a:path w="4239260" h="25400">
                  <a:moveTo>
                    <a:pt x="4239099" y="7214"/>
                  </a:moveTo>
                  <a:lnTo>
                    <a:pt x="4181924" y="7785"/>
                  </a:lnTo>
                  <a:lnTo>
                    <a:pt x="4185663" y="7785"/>
                  </a:lnTo>
                  <a:lnTo>
                    <a:pt x="4116383" y="8886"/>
                  </a:lnTo>
                  <a:lnTo>
                    <a:pt x="4115330" y="8886"/>
                  </a:lnTo>
                  <a:lnTo>
                    <a:pt x="4012300" y="10854"/>
                  </a:lnTo>
                  <a:lnTo>
                    <a:pt x="4238516" y="10854"/>
                  </a:lnTo>
                  <a:lnTo>
                    <a:pt x="4238680" y="9833"/>
                  </a:lnTo>
                  <a:lnTo>
                    <a:pt x="4238760" y="9329"/>
                  </a:lnTo>
                  <a:lnTo>
                    <a:pt x="4238831" y="8886"/>
                  </a:lnTo>
                  <a:lnTo>
                    <a:pt x="4238923" y="8314"/>
                  </a:lnTo>
                  <a:lnTo>
                    <a:pt x="4239007" y="7785"/>
                  </a:lnTo>
                  <a:lnTo>
                    <a:pt x="4239099" y="7214"/>
                  </a:lnTo>
                  <a:close/>
                </a:path>
                <a:path w="4239260" h="25400">
                  <a:moveTo>
                    <a:pt x="1471330" y="4584"/>
                  </a:moveTo>
                  <a:lnTo>
                    <a:pt x="1316073" y="4584"/>
                  </a:lnTo>
                  <a:lnTo>
                    <a:pt x="1208214" y="7785"/>
                  </a:lnTo>
                  <a:lnTo>
                    <a:pt x="1206751" y="7785"/>
                  </a:lnTo>
                  <a:lnTo>
                    <a:pt x="1161956" y="8886"/>
                  </a:lnTo>
                  <a:lnTo>
                    <a:pt x="1107430" y="9521"/>
                  </a:lnTo>
                  <a:lnTo>
                    <a:pt x="1558036" y="9521"/>
                  </a:lnTo>
                  <a:lnTo>
                    <a:pt x="1471330" y="4584"/>
                  </a:lnTo>
                  <a:close/>
                </a:path>
                <a:path w="4239260" h="25400">
                  <a:moveTo>
                    <a:pt x="1419081" y="3398"/>
                  </a:moveTo>
                  <a:lnTo>
                    <a:pt x="1346565" y="3603"/>
                  </a:lnTo>
                  <a:lnTo>
                    <a:pt x="1365249" y="3603"/>
                  </a:lnTo>
                  <a:lnTo>
                    <a:pt x="1315425" y="4584"/>
                  </a:lnTo>
                  <a:lnTo>
                    <a:pt x="1473786" y="4584"/>
                  </a:lnTo>
                  <a:lnTo>
                    <a:pt x="1419081" y="3398"/>
                  </a:lnTo>
                  <a:close/>
                </a:path>
                <a:path w="4239260" h="25400">
                  <a:moveTo>
                    <a:pt x="2556947" y="0"/>
                  </a:moveTo>
                  <a:lnTo>
                    <a:pt x="2447232" y="1057"/>
                  </a:lnTo>
                  <a:lnTo>
                    <a:pt x="2664866" y="1057"/>
                  </a:lnTo>
                  <a:lnTo>
                    <a:pt x="2605426" y="153"/>
                  </a:lnTo>
                  <a:lnTo>
                    <a:pt x="255694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1771" y="2389679"/>
              <a:ext cx="4239895" cy="24130"/>
            </a:xfrm>
            <a:custGeom>
              <a:avLst/>
              <a:gdLst/>
              <a:ahLst/>
              <a:cxnLst/>
              <a:rect l="l" t="t" r="r" b="b"/>
              <a:pathLst>
                <a:path w="4239895" h="24130">
                  <a:moveTo>
                    <a:pt x="228" y="10620"/>
                  </a:moveTo>
                  <a:lnTo>
                    <a:pt x="67130" y="7434"/>
                  </a:lnTo>
                  <a:lnTo>
                    <a:pt x="126818" y="5132"/>
                  </a:lnTo>
                  <a:lnTo>
                    <a:pt x="180911" y="3677"/>
                  </a:lnTo>
                  <a:lnTo>
                    <a:pt x="231027" y="3031"/>
                  </a:lnTo>
                  <a:lnTo>
                    <a:pt x="278784" y="3157"/>
                  </a:lnTo>
                  <a:lnTo>
                    <a:pt x="325801" y="4016"/>
                  </a:lnTo>
                  <a:lnTo>
                    <a:pt x="373694" y="5571"/>
                  </a:lnTo>
                  <a:lnTo>
                    <a:pt x="424083" y="7785"/>
                  </a:lnTo>
                  <a:lnTo>
                    <a:pt x="478586" y="10620"/>
                  </a:lnTo>
                  <a:lnTo>
                    <a:pt x="535924" y="12731"/>
                  </a:lnTo>
                  <a:lnTo>
                    <a:pt x="593425" y="13137"/>
                  </a:lnTo>
                  <a:lnTo>
                    <a:pt x="650571" y="12341"/>
                  </a:lnTo>
                  <a:lnTo>
                    <a:pt x="706842" y="10850"/>
                  </a:lnTo>
                  <a:lnTo>
                    <a:pt x="761721" y="9167"/>
                  </a:lnTo>
                  <a:lnTo>
                    <a:pt x="814687" y="7798"/>
                  </a:lnTo>
                  <a:lnTo>
                    <a:pt x="865221" y="7247"/>
                  </a:lnTo>
                  <a:lnTo>
                    <a:pt x="912805" y="8019"/>
                  </a:lnTo>
                  <a:lnTo>
                    <a:pt x="956919" y="10620"/>
                  </a:lnTo>
                  <a:lnTo>
                    <a:pt x="993622" y="13405"/>
                  </a:lnTo>
                  <a:lnTo>
                    <a:pt x="1034402" y="15716"/>
                  </a:lnTo>
                  <a:lnTo>
                    <a:pt x="1078867" y="17524"/>
                  </a:lnTo>
                  <a:lnTo>
                    <a:pt x="1126624" y="18803"/>
                  </a:lnTo>
                  <a:lnTo>
                    <a:pt x="1177278" y="19525"/>
                  </a:lnTo>
                  <a:lnTo>
                    <a:pt x="1230437" y="19663"/>
                  </a:lnTo>
                  <a:lnTo>
                    <a:pt x="1285708" y="19188"/>
                  </a:lnTo>
                  <a:lnTo>
                    <a:pt x="1342696" y="18074"/>
                  </a:lnTo>
                  <a:lnTo>
                    <a:pt x="1401009" y="16293"/>
                  </a:lnTo>
                  <a:lnTo>
                    <a:pt x="1460254" y="13817"/>
                  </a:lnTo>
                  <a:lnTo>
                    <a:pt x="1520037" y="10620"/>
                  </a:lnTo>
                  <a:lnTo>
                    <a:pt x="1567254" y="7986"/>
                  </a:lnTo>
                  <a:lnTo>
                    <a:pt x="1614749" y="5701"/>
                  </a:lnTo>
                  <a:lnTo>
                    <a:pt x="1662535" y="3779"/>
                  </a:lnTo>
                  <a:lnTo>
                    <a:pt x="1710622" y="2233"/>
                  </a:lnTo>
                  <a:lnTo>
                    <a:pt x="1759019" y="1079"/>
                  </a:lnTo>
                  <a:lnTo>
                    <a:pt x="1807740" y="330"/>
                  </a:lnTo>
                  <a:lnTo>
                    <a:pt x="1856793" y="0"/>
                  </a:lnTo>
                  <a:lnTo>
                    <a:pt x="1906191" y="103"/>
                  </a:lnTo>
                  <a:lnTo>
                    <a:pt x="1955944" y="654"/>
                  </a:lnTo>
                  <a:lnTo>
                    <a:pt x="2006062" y="1667"/>
                  </a:lnTo>
                  <a:lnTo>
                    <a:pt x="2056557" y="3156"/>
                  </a:lnTo>
                  <a:lnTo>
                    <a:pt x="2107439" y="5135"/>
                  </a:lnTo>
                  <a:lnTo>
                    <a:pt x="2158720" y="7618"/>
                  </a:lnTo>
                  <a:lnTo>
                    <a:pt x="2210409" y="10620"/>
                  </a:lnTo>
                  <a:lnTo>
                    <a:pt x="2279115" y="14255"/>
                  </a:lnTo>
                  <a:lnTo>
                    <a:pt x="2340762" y="16228"/>
                  </a:lnTo>
                  <a:lnTo>
                    <a:pt x="2396610" y="16861"/>
                  </a:lnTo>
                  <a:lnTo>
                    <a:pt x="2447919" y="16472"/>
                  </a:lnTo>
                  <a:lnTo>
                    <a:pt x="2495953" y="15382"/>
                  </a:lnTo>
                  <a:lnTo>
                    <a:pt x="2541971" y="13912"/>
                  </a:lnTo>
                  <a:lnTo>
                    <a:pt x="2587234" y="12380"/>
                  </a:lnTo>
                  <a:lnTo>
                    <a:pt x="2633004" y="11108"/>
                  </a:lnTo>
                  <a:lnTo>
                    <a:pt x="2680542" y="10414"/>
                  </a:lnTo>
                  <a:lnTo>
                    <a:pt x="2731109" y="10620"/>
                  </a:lnTo>
                  <a:lnTo>
                    <a:pt x="2783949" y="11049"/>
                  </a:lnTo>
                  <a:lnTo>
                    <a:pt x="2837297" y="10925"/>
                  </a:lnTo>
                  <a:lnTo>
                    <a:pt x="2890898" y="10420"/>
                  </a:lnTo>
                  <a:lnTo>
                    <a:pt x="2944498" y="9705"/>
                  </a:lnTo>
                  <a:lnTo>
                    <a:pt x="2997841" y="8953"/>
                  </a:lnTo>
                  <a:lnTo>
                    <a:pt x="3050674" y="8334"/>
                  </a:lnTo>
                  <a:lnTo>
                    <a:pt x="3102741" y="8020"/>
                  </a:lnTo>
                  <a:lnTo>
                    <a:pt x="3153789" y="8181"/>
                  </a:lnTo>
                  <a:lnTo>
                    <a:pt x="3203564" y="8991"/>
                  </a:lnTo>
                  <a:lnTo>
                    <a:pt x="3251809" y="10620"/>
                  </a:lnTo>
                  <a:lnTo>
                    <a:pt x="3280058" y="11568"/>
                  </a:lnTo>
                  <a:lnTo>
                    <a:pt x="3314459" y="12227"/>
                  </a:lnTo>
                  <a:lnTo>
                    <a:pt x="3354392" y="12630"/>
                  </a:lnTo>
                  <a:lnTo>
                    <a:pt x="3399236" y="12810"/>
                  </a:lnTo>
                  <a:lnTo>
                    <a:pt x="3448368" y="12797"/>
                  </a:lnTo>
                  <a:lnTo>
                    <a:pt x="3501170" y="12626"/>
                  </a:lnTo>
                  <a:lnTo>
                    <a:pt x="3557019" y="12328"/>
                  </a:lnTo>
                  <a:lnTo>
                    <a:pt x="3615294" y="11935"/>
                  </a:lnTo>
                  <a:lnTo>
                    <a:pt x="3675374" y="11480"/>
                  </a:lnTo>
                  <a:lnTo>
                    <a:pt x="3736639" y="10995"/>
                  </a:lnTo>
                  <a:lnTo>
                    <a:pt x="3798468" y="10512"/>
                  </a:lnTo>
                  <a:lnTo>
                    <a:pt x="3860238" y="10065"/>
                  </a:lnTo>
                  <a:lnTo>
                    <a:pt x="3921330" y="9684"/>
                  </a:lnTo>
                  <a:lnTo>
                    <a:pt x="3981123" y="9403"/>
                  </a:lnTo>
                  <a:lnTo>
                    <a:pt x="4038994" y="9253"/>
                  </a:lnTo>
                  <a:lnTo>
                    <a:pt x="4094324" y="9268"/>
                  </a:lnTo>
                  <a:lnTo>
                    <a:pt x="4146491" y="9479"/>
                  </a:lnTo>
                  <a:lnTo>
                    <a:pt x="4194875" y="9919"/>
                  </a:lnTo>
                  <a:lnTo>
                    <a:pt x="4238853" y="10620"/>
                  </a:lnTo>
                  <a:lnTo>
                    <a:pt x="4239742" y="15319"/>
                  </a:lnTo>
                  <a:lnTo>
                    <a:pt x="4238345" y="15446"/>
                  </a:lnTo>
                  <a:lnTo>
                    <a:pt x="4238853" y="20145"/>
                  </a:lnTo>
                  <a:lnTo>
                    <a:pt x="4196794" y="21339"/>
                  </a:lnTo>
                  <a:lnTo>
                    <a:pt x="4155474" y="21896"/>
                  </a:lnTo>
                  <a:lnTo>
                    <a:pt x="4114337" y="21935"/>
                  </a:lnTo>
                  <a:lnTo>
                    <a:pt x="4072829" y="21575"/>
                  </a:lnTo>
                  <a:lnTo>
                    <a:pt x="4030393" y="20936"/>
                  </a:lnTo>
                  <a:lnTo>
                    <a:pt x="3986475" y="20138"/>
                  </a:lnTo>
                  <a:lnTo>
                    <a:pt x="3940520" y="19300"/>
                  </a:lnTo>
                  <a:lnTo>
                    <a:pt x="3891971" y="18542"/>
                  </a:lnTo>
                  <a:lnTo>
                    <a:pt x="3840274" y="17985"/>
                  </a:lnTo>
                  <a:lnTo>
                    <a:pt x="3784874" y="17746"/>
                  </a:lnTo>
                  <a:lnTo>
                    <a:pt x="3725215" y="17947"/>
                  </a:lnTo>
                  <a:lnTo>
                    <a:pt x="3660742" y="18707"/>
                  </a:lnTo>
                  <a:lnTo>
                    <a:pt x="3590899" y="20145"/>
                  </a:lnTo>
                  <a:lnTo>
                    <a:pt x="3519191" y="21578"/>
                  </a:lnTo>
                  <a:lnTo>
                    <a:pt x="3460060" y="22076"/>
                  </a:lnTo>
                  <a:lnTo>
                    <a:pt x="3411277" y="21842"/>
                  </a:lnTo>
                  <a:lnTo>
                    <a:pt x="3370615" y="21076"/>
                  </a:lnTo>
                  <a:lnTo>
                    <a:pt x="3335844" y="19983"/>
                  </a:lnTo>
                  <a:lnTo>
                    <a:pt x="3304736" y="18764"/>
                  </a:lnTo>
                  <a:lnTo>
                    <a:pt x="3275062" y="17621"/>
                  </a:lnTo>
                  <a:lnTo>
                    <a:pt x="3244594" y="16758"/>
                  </a:lnTo>
                  <a:lnTo>
                    <a:pt x="3211102" y="16377"/>
                  </a:lnTo>
                  <a:lnTo>
                    <a:pt x="3172358" y="16679"/>
                  </a:lnTo>
                  <a:lnTo>
                    <a:pt x="3126133" y="17867"/>
                  </a:lnTo>
                  <a:lnTo>
                    <a:pt x="3070199" y="20145"/>
                  </a:lnTo>
                  <a:lnTo>
                    <a:pt x="3001613" y="22723"/>
                  </a:lnTo>
                  <a:lnTo>
                    <a:pt x="2942163" y="23766"/>
                  </a:lnTo>
                  <a:lnTo>
                    <a:pt x="2889799" y="23633"/>
                  </a:lnTo>
                  <a:lnTo>
                    <a:pt x="2842473" y="22687"/>
                  </a:lnTo>
                  <a:lnTo>
                    <a:pt x="2798133" y="21288"/>
                  </a:lnTo>
                  <a:lnTo>
                    <a:pt x="2754731" y="19797"/>
                  </a:lnTo>
                  <a:lnTo>
                    <a:pt x="2710216" y="18577"/>
                  </a:lnTo>
                  <a:lnTo>
                    <a:pt x="2662539" y="17987"/>
                  </a:lnTo>
                  <a:lnTo>
                    <a:pt x="2609650" y="18389"/>
                  </a:lnTo>
                  <a:lnTo>
                    <a:pt x="2549499" y="20145"/>
                  </a:lnTo>
                  <a:lnTo>
                    <a:pt x="2500864" y="21828"/>
                  </a:lnTo>
                  <a:lnTo>
                    <a:pt x="2453862" y="22995"/>
                  </a:lnTo>
                  <a:lnTo>
                    <a:pt x="2407992" y="23709"/>
                  </a:lnTo>
                  <a:lnTo>
                    <a:pt x="2362754" y="24034"/>
                  </a:lnTo>
                  <a:lnTo>
                    <a:pt x="2317649" y="24036"/>
                  </a:lnTo>
                  <a:lnTo>
                    <a:pt x="2272175" y="23779"/>
                  </a:lnTo>
                  <a:lnTo>
                    <a:pt x="2225834" y="23328"/>
                  </a:lnTo>
                  <a:lnTo>
                    <a:pt x="2178124" y="22746"/>
                  </a:lnTo>
                  <a:lnTo>
                    <a:pt x="2128545" y="22099"/>
                  </a:lnTo>
                  <a:lnTo>
                    <a:pt x="2076598" y="21451"/>
                  </a:lnTo>
                  <a:lnTo>
                    <a:pt x="2021783" y="20866"/>
                  </a:lnTo>
                  <a:lnTo>
                    <a:pt x="1963598" y="20409"/>
                  </a:lnTo>
                  <a:lnTo>
                    <a:pt x="1901545" y="20145"/>
                  </a:lnTo>
                  <a:lnTo>
                    <a:pt x="1845018" y="20071"/>
                  </a:lnTo>
                  <a:lnTo>
                    <a:pt x="1793870" y="20105"/>
                  </a:lnTo>
                  <a:lnTo>
                    <a:pt x="1747034" y="20223"/>
                  </a:lnTo>
                  <a:lnTo>
                    <a:pt x="1703444" y="20400"/>
                  </a:lnTo>
                  <a:lnTo>
                    <a:pt x="1662031" y="20613"/>
                  </a:lnTo>
                  <a:lnTo>
                    <a:pt x="1621730" y="20838"/>
                  </a:lnTo>
                  <a:lnTo>
                    <a:pt x="1581473" y="21050"/>
                  </a:lnTo>
                  <a:lnTo>
                    <a:pt x="1540194" y="21225"/>
                  </a:lnTo>
                  <a:lnTo>
                    <a:pt x="1496826" y="21338"/>
                  </a:lnTo>
                  <a:lnTo>
                    <a:pt x="1450301" y="21367"/>
                  </a:lnTo>
                  <a:lnTo>
                    <a:pt x="1399553" y="21286"/>
                  </a:lnTo>
                  <a:lnTo>
                    <a:pt x="1343515" y="21071"/>
                  </a:lnTo>
                  <a:lnTo>
                    <a:pt x="1281119" y="20699"/>
                  </a:lnTo>
                  <a:lnTo>
                    <a:pt x="1211300" y="20145"/>
                  </a:lnTo>
                  <a:lnTo>
                    <a:pt x="1117916" y="19366"/>
                  </a:lnTo>
                  <a:lnTo>
                    <a:pt x="1042649" y="18840"/>
                  </a:lnTo>
                  <a:lnTo>
                    <a:pt x="982500" y="18537"/>
                  </a:lnTo>
                  <a:lnTo>
                    <a:pt x="934471" y="18426"/>
                  </a:lnTo>
                  <a:lnTo>
                    <a:pt x="895562" y="18478"/>
                  </a:lnTo>
                  <a:lnTo>
                    <a:pt x="862777" y="18664"/>
                  </a:lnTo>
                  <a:lnTo>
                    <a:pt x="833115" y="18953"/>
                  </a:lnTo>
                  <a:lnTo>
                    <a:pt x="803579" y="19316"/>
                  </a:lnTo>
                  <a:lnTo>
                    <a:pt x="771171" y="19723"/>
                  </a:lnTo>
                  <a:lnTo>
                    <a:pt x="732891" y="20145"/>
                  </a:lnTo>
                  <a:lnTo>
                    <a:pt x="698816" y="20378"/>
                  </a:lnTo>
                  <a:lnTo>
                    <a:pt x="657616" y="20491"/>
                  </a:lnTo>
                  <a:lnTo>
                    <a:pt x="610371" y="20507"/>
                  </a:lnTo>
                  <a:lnTo>
                    <a:pt x="558160" y="20445"/>
                  </a:lnTo>
                  <a:lnTo>
                    <a:pt x="502061" y="20326"/>
                  </a:lnTo>
                  <a:lnTo>
                    <a:pt x="443152" y="20172"/>
                  </a:lnTo>
                  <a:lnTo>
                    <a:pt x="382514" y="20002"/>
                  </a:lnTo>
                  <a:lnTo>
                    <a:pt x="321224" y="19838"/>
                  </a:lnTo>
                  <a:lnTo>
                    <a:pt x="260363" y="19701"/>
                  </a:lnTo>
                  <a:lnTo>
                    <a:pt x="201007" y="19612"/>
                  </a:lnTo>
                  <a:lnTo>
                    <a:pt x="144237" y="19590"/>
                  </a:lnTo>
                  <a:lnTo>
                    <a:pt x="91132" y="19658"/>
                  </a:lnTo>
                  <a:lnTo>
                    <a:pt x="42769" y="19836"/>
                  </a:lnTo>
                  <a:lnTo>
                    <a:pt x="228" y="20145"/>
                  </a:lnTo>
                  <a:lnTo>
                    <a:pt x="0" y="17986"/>
                  </a:lnTo>
                  <a:lnTo>
                    <a:pt x="736" y="13668"/>
                  </a:lnTo>
                  <a:lnTo>
                    <a:pt x="228" y="10620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ts val="2455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60"/>
              <a:t>İkiz</a:t>
            </a:r>
            <a:r>
              <a:rPr dirty="0" spc="-135"/>
              <a:t> </a:t>
            </a:r>
            <a:r>
              <a:rPr dirty="0" spc="-70"/>
              <a:t>Alt-</a:t>
            </a:r>
            <a:r>
              <a:rPr dirty="0" spc="-35"/>
              <a:t>Ağlar</a:t>
            </a:r>
            <a:r>
              <a:rPr dirty="0" spc="-140"/>
              <a:t> </a:t>
            </a:r>
            <a:r>
              <a:rPr dirty="0" spc="-110"/>
              <a:t>(Twin</a:t>
            </a:r>
            <a:r>
              <a:rPr dirty="0" spc="-155"/>
              <a:t> </a:t>
            </a:r>
            <a:r>
              <a:rPr dirty="0" spc="65"/>
              <a:t>Sub-</a:t>
            </a:r>
            <a:r>
              <a:rPr dirty="0" spc="-40"/>
              <a:t>networks)</a:t>
            </a:r>
            <a:r>
              <a:rPr dirty="0" spc="-120"/>
              <a:t> </a:t>
            </a:r>
            <a:r>
              <a:rPr dirty="0" spc="-60"/>
              <a:t>ve</a:t>
            </a:r>
            <a:r>
              <a:rPr dirty="0" spc="-100"/>
              <a:t> </a:t>
            </a:r>
            <a:r>
              <a:rPr dirty="0" spc="-65"/>
              <a:t>Ağırlık</a:t>
            </a:r>
            <a:r>
              <a:rPr dirty="0" spc="-165"/>
              <a:t> </a:t>
            </a:r>
            <a:r>
              <a:rPr dirty="0" spc="-10"/>
              <a:t>Paylaşımı</a:t>
            </a:r>
          </a:p>
          <a:p>
            <a:pPr marL="241300">
              <a:lnSpc>
                <a:spcPts val="2455"/>
              </a:lnSpc>
            </a:pPr>
            <a:r>
              <a:rPr dirty="0" spc="-55"/>
              <a:t>(Weight</a:t>
            </a:r>
            <a:r>
              <a:rPr dirty="0" spc="-185"/>
              <a:t> </a:t>
            </a:r>
            <a:r>
              <a:rPr dirty="0" spc="-10"/>
              <a:t>Sharing)</a:t>
            </a: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40"/>
              <a:t>Özellik</a:t>
            </a:r>
            <a:r>
              <a:rPr dirty="0" spc="-145"/>
              <a:t> </a:t>
            </a:r>
            <a:r>
              <a:rPr dirty="0" spc="-70"/>
              <a:t>Vektörleri</a:t>
            </a:r>
            <a:r>
              <a:rPr dirty="0" spc="-125"/>
              <a:t> </a:t>
            </a:r>
            <a:r>
              <a:rPr dirty="0" spc="-10"/>
              <a:t>(Embeddings)</a:t>
            </a: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30"/>
              <a:t>Uzaklık</a:t>
            </a:r>
            <a:r>
              <a:rPr dirty="0" spc="-15"/>
              <a:t> </a:t>
            </a:r>
            <a:r>
              <a:rPr dirty="0"/>
              <a:t>Fonksiyonu</a:t>
            </a:r>
            <a:r>
              <a:rPr dirty="0" spc="-110"/>
              <a:t> </a:t>
            </a:r>
            <a:r>
              <a:rPr dirty="0"/>
              <a:t>(Distance</a:t>
            </a:r>
            <a:r>
              <a:rPr dirty="0" spc="-120"/>
              <a:t> </a:t>
            </a:r>
            <a:r>
              <a:rPr dirty="0" spc="-10"/>
              <a:t>Metric)</a:t>
            </a:r>
          </a:p>
          <a:p>
            <a:pPr marL="571500">
              <a:lnSpc>
                <a:spcPct val="100000"/>
              </a:lnSpc>
              <a:spcBef>
                <a:spcPts val="875"/>
              </a:spcBef>
            </a:pPr>
            <a:r>
              <a:rPr dirty="0" spc="-40"/>
              <a:t>Dw(x1,</a:t>
            </a:r>
            <a:r>
              <a:rPr dirty="0" spc="-200"/>
              <a:t> </a:t>
            </a:r>
            <a:r>
              <a:rPr dirty="0" spc="-70"/>
              <a:t>x2)</a:t>
            </a:r>
            <a:r>
              <a:rPr dirty="0" spc="-210"/>
              <a:t> </a:t>
            </a:r>
            <a:r>
              <a:rPr dirty="0"/>
              <a:t>=</a:t>
            </a:r>
            <a:r>
              <a:rPr dirty="0" spc="-130"/>
              <a:t> </a:t>
            </a:r>
            <a:r>
              <a:rPr dirty="0" spc="-229"/>
              <a:t>||f(x1)</a:t>
            </a:r>
            <a:r>
              <a:rPr dirty="0" spc="-114"/>
              <a:t> </a:t>
            </a:r>
            <a:r>
              <a:rPr dirty="0" spc="-55"/>
              <a:t>-</a:t>
            </a:r>
            <a:r>
              <a:rPr dirty="0" spc="-155"/>
              <a:t> </a:t>
            </a:r>
            <a:r>
              <a:rPr dirty="0" spc="-80"/>
              <a:t>f(x2)||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51" y="609600"/>
            <a:ext cx="3190823" cy="32955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3909" y="4267200"/>
            <a:ext cx="4048091" cy="25907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6062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130"/>
              </a:spcBef>
            </a:pPr>
            <a:r>
              <a:rPr dirty="0" spc="-340"/>
              <a:t>Triplet</a:t>
            </a:r>
            <a:r>
              <a:rPr dirty="0" spc="-505"/>
              <a:t> </a:t>
            </a:r>
            <a:r>
              <a:rPr dirty="0" spc="55"/>
              <a:t>Loss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75028" y="1778926"/>
            <a:ext cx="5882005" cy="11995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Trebuchet MS"/>
                <a:cs typeface="Trebuchet MS"/>
              </a:rPr>
              <a:t>Anchor</a:t>
            </a:r>
            <a:r>
              <a:rPr dirty="0" sz="2400" spc="-220">
                <a:latin typeface="Trebuchet MS"/>
                <a:cs typeface="Trebuchet MS"/>
              </a:rPr>
              <a:t> </a:t>
            </a:r>
            <a:r>
              <a:rPr dirty="0" sz="2400" spc="-210">
                <a:latin typeface="Trebuchet MS"/>
                <a:cs typeface="Trebuchet MS"/>
              </a:rPr>
              <a:t>:</a:t>
            </a:r>
            <a:r>
              <a:rPr dirty="0" sz="2400" spc="-17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Referans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alınan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kişinin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fotoğrafı.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60">
                <a:latin typeface="Trebuchet MS"/>
                <a:cs typeface="Trebuchet MS"/>
              </a:rPr>
              <a:t>Positive</a:t>
            </a:r>
            <a:r>
              <a:rPr dirty="0" sz="2400" spc="-150">
                <a:latin typeface="Trebuchet MS"/>
                <a:cs typeface="Trebuchet MS"/>
              </a:rPr>
              <a:t> </a:t>
            </a:r>
            <a:r>
              <a:rPr dirty="0" sz="2400" spc="-210">
                <a:latin typeface="Trebuchet MS"/>
                <a:cs typeface="Trebuchet MS"/>
              </a:rPr>
              <a:t>:</a:t>
            </a:r>
            <a:r>
              <a:rPr dirty="0" sz="2400" spc="-24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Aynı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kişinin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başka</a:t>
            </a:r>
            <a:r>
              <a:rPr dirty="0" sz="2400" spc="-23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bir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fotoğrafı.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60">
                <a:latin typeface="Trebuchet MS"/>
                <a:cs typeface="Trebuchet MS"/>
              </a:rPr>
              <a:t>Negative</a:t>
            </a:r>
            <a:r>
              <a:rPr dirty="0" sz="2400" spc="-210">
                <a:latin typeface="Trebuchet MS"/>
                <a:cs typeface="Trebuchet MS"/>
              </a:rPr>
              <a:t> :</a:t>
            </a:r>
            <a:r>
              <a:rPr dirty="0" sz="2400" spc="-14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Tamamen</a:t>
            </a:r>
            <a:r>
              <a:rPr dirty="0" sz="2400" spc="-1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başka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birinin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fotoğrafı.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71064" y="6134417"/>
            <a:ext cx="97599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rebuchet MS"/>
                <a:cs typeface="Trebuchet MS"/>
              </a:rPr>
              <a:t>Anchor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72126" y="6134417"/>
            <a:ext cx="10452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Trebuchet MS"/>
                <a:cs typeface="Trebuchet MS"/>
              </a:rPr>
              <a:t>Positive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923783" y="6134417"/>
            <a:ext cx="11753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Trebuchet MS"/>
                <a:cs typeface="Trebuchet MS"/>
              </a:rPr>
              <a:t>Negative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3009900"/>
            <a:ext cx="1943100" cy="2933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8175" y="3009900"/>
            <a:ext cx="2162175" cy="2895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0925" y="3009900"/>
            <a:ext cx="2200275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162" y="1096644"/>
            <a:ext cx="314896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145"/>
              <a:t>Embedding</a:t>
            </a:r>
            <a:r>
              <a:rPr dirty="0" sz="3200" spc="-300"/>
              <a:t> </a:t>
            </a:r>
            <a:r>
              <a:rPr dirty="0" sz="3200" spc="-135"/>
              <a:t>Mantığı</a:t>
            </a:r>
            <a:endParaRPr sz="3200"/>
          </a:p>
        </p:txBody>
      </p:sp>
      <p:sp>
        <p:nvSpPr>
          <p:cNvPr id="3" name="object 3" descr=""/>
          <p:cNvSpPr/>
          <p:nvPr/>
        </p:nvSpPr>
        <p:spPr>
          <a:xfrm>
            <a:off x="857250" y="86677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 h="0">
                <a:moveTo>
                  <a:pt x="0" y="0"/>
                </a:moveTo>
                <a:lnTo>
                  <a:pt x="736981" y="0"/>
                </a:lnTo>
              </a:path>
            </a:pathLst>
          </a:custGeom>
          <a:ln w="571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41375" y="2539618"/>
            <a:ext cx="4265295" cy="3053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239395" indent="-226695">
              <a:lnSpc>
                <a:spcPts val="2255"/>
              </a:lnSpc>
              <a:spcBef>
                <a:spcPts val="13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rebuchet MS"/>
                <a:cs typeface="Trebuchet MS"/>
              </a:rPr>
              <a:t>Sayısal</a:t>
            </a:r>
            <a:r>
              <a:rPr dirty="0" sz="2000" spc="-200">
                <a:latin typeface="Trebuchet MS"/>
                <a:cs typeface="Trebuchet MS"/>
              </a:rPr>
              <a:t> </a:t>
            </a:r>
            <a:r>
              <a:rPr dirty="0" sz="2000" spc="65">
                <a:latin typeface="Trebuchet MS"/>
                <a:cs typeface="Trebuchet MS"/>
              </a:rPr>
              <a:t>Dönüşüm</a:t>
            </a:r>
            <a:r>
              <a:rPr dirty="0" sz="2000" spc="-200">
                <a:latin typeface="Trebuchet MS"/>
                <a:cs typeface="Trebuchet MS"/>
              </a:rPr>
              <a:t> </a:t>
            </a:r>
            <a:r>
              <a:rPr dirty="0" sz="2000" spc="-170">
                <a:latin typeface="Trebuchet MS"/>
                <a:cs typeface="Trebuchet MS"/>
              </a:rPr>
              <a:t>: </a:t>
            </a:r>
            <a:r>
              <a:rPr dirty="0" sz="2000" spc="-65">
                <a:latin typeface="Trebuchet MS"/>
                <a:cs typeface="Trebuchet MS"/>
              </a:rPr>
              <a:t>Bir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fotoğrafın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bir</a:t>
            </a:r>
            <a:endParaRPr sz="2000">
              <a:latin typeface="Trebuchet MS"/>
              <a:cs typeface="Trebuchet MS"/>
            </a:endParaRPr>
          </a:p>
          <a:p>
            <a:pPr algn="just" marL="241300" marR="1692910">
              <a:lnSpc>
                <a:spcPts val="2180"/>
              </a:lnSpc>
              <a:spcBef>
                <a:spcPts val="105"/>
              </a:spcBef>
            </a:pPr>
            <a:r>
              <a:rPr dirty="0" sz="2000" spc="-35">
                <a:latin typeface="Trebuchet MS"/>
                <a:cs typeface="Trebuchet MS"/>
              </a:rPr>
              <a:t>sayı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dizisine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 spc="-90">
                <a:latin typeface="Trebuchet MS"/>
                <a:cs typeface="Trebuchet MS"/>
              </a:rPr>
              <a:t>(vektöre) </a:t>
            </a:r>
            <a:r>
              <a:rPr dirty="0" sz="2000" spc="-10">
                <a:latin typeface="Trebuchet MS"/>
                <a:cs typeface="Trebuchet MS"/>
              </a:rPr>
              <a:t>dönüştürülmesidir.</a:t>
            </a:r>
            <a:endParaRPr sz="2000">
              <a:latin typeface="Trebuchet MS"/>
              <a:cs typeface="Trebuchet MS"/>
            </a:endParaRPr>
          </a:p>
          <a:p>
            <a:pPr algn="just" marL="238760" marR="5080" indent="-226060">
              <a:lnSpc>
                <a:spcPts val="218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5">
                <a:latin typeface="Trebuchet MS"/>
                <a:cs typeface="Trebuchet MS"/>
              </a:rPr>
              <a:t>Anlamsal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Uzay</a:t>
            </a:r>
            <a:r>
              <a:rPr dirty="0" sz="2000" spc="-245">
                <a:latin typeface="Trebuchet MS"/>
                <a:cs typeface="Trebuchet MS"/>
              </a:rPr>
              <a:t> </a:t>
            </a:r>
            <a:r>
              <a:rPr dirty="0" sz="2000" spc="-165">
                <a:latin typeface="Trebuchet MS"/>
                <a:cs typeface="Trebuchet MS"/>
              </a:rPr>
              <a:t>:</a:t>
            </a:r>
            <a:r>
              <a:rPr dirty="0" sz="2000" spc="-210">
                <a:latin typeface="Trebuchet MS"/>
                <a:cs typeface="Trebuchet MS"/>
              </a:rPr>
              <a:t> </a:t>
            </a:r>
            <a:r>
              <a:rPr dirty="0" sz="2000" spc="-55">
                <a:latin typeface="Trebuchet MS"/>
                <a:cs typeface="Trebuchet MS"/>
              </a:rPr>
              <a:t>Üretilen</a:t>
            </a:r>
            <a:r>
              <a:rPr dirty="0" sz="2000" spc="-220">
                <a:latin typeface="Trebuchet MS"/>
                <a:cs typeface="Trebuchet MS"/>
              </a:rPr>
              <a:t> </a:t>
            </a:r>
            <a:r>
              <a:rPr dirty="0" sz="2000" spc="25">
                <a:latin typeface="Trebuchet MS"/>
                <a:cs typeface="Trebuchet MS"/>
              </a:rPr>
              <a:t>bu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vektörler </a:t>
            </a:r>
            <a:r>
              <a:rPr dirty="0" sz="2000" spc="-80">
                <a:latin typeface="Trebuchet MS"/>
                <a:cs typeface="Trebuchet MS"/>
              </a:rPr>
              <a:t>	</a:t>
            </a:r>
            <a:r>
              <a:rPr dirty="0" sz="2000" spc="-30">
                <a:latin typeface="Trebuchet MS"/>
                <a:cs typeface="Trebuchet MS"/>
              </a:rPr>
              <a:t>uzayda</a:t>
            </a:r>
            <a:r>
              <a:rPr dirty="0" sz="2000" spc="-185">
                <a:latin typeface="Trebuchet MS"/>
                <a:cs typeface="Trebuchet MS"/>
              </a:rPr>
              <a:t> </a:t>
            </a:r>
            <a:r>
              <a:rPr dirty="0" sz="2000" spc="-75">
                <a:latin typeface="Trebuchet MS"/>
                <a:cs typeface="Trebuchet MS"/>
              </a:rPr>
              <a:t>birer</a:t>
            </a:r>
            <a:r>
              <a:rPr dirty="0" sz="2000" spc="-235">
                <a:latin typeface="Trebuchet MS"/>
                <a:cs typeface="Trebuchet MS"/>
              </a:rPr>
              <a:t> </a:t>
            </a:r>
            <a:r>
              <a:rPr dirty="0" sz="2000" spc="-40">
                <a:latin typeface="Trebuchet MS"/>
                <a:cs typeface="Trebuchet MS"/>
              </a:rPr>
              <a:t>koordinat</a:t>
            </a:r>
            <a:r>
              <a:rPr dirty="0" sz="2000" spc="-210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(nokta)</a:t>
            </a:r>
            <a:r>
              <a:rPr dirty="0" sz="2000" spc="-225">
                <a:latin typeface="Trebuchet MS"/>
                <a:cs typeface="Trebuchet MS"/>
              </a:rPr>
              <a:t> </a:t>
            </a:r>
            <a:r>
              <a:rPr dirty="0" sz="2000" spc="-40">
                <a:latin typeface="Trebuchet MS"/>
                <a:cs typeface="Trebuchet MS"/>
              </a:rPr>
              <a:t>olarak</a:t>
            </a:r>
            <a:r>
              <a:rPr dirty="0" sz="2000" spc="-20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	</a:t>
            </a:r>
            <a:r>
              <a:rPr dirty="0" sz="2000" spc="-25">
                <a:latin typeface="Trebuchet MS"/>
                <a:cs typeface="Trebuchet MS"/>
              </a:rPr>
              <a:t>temsil</a:t>
            </a:r>
            <a:r>
              <a:rPr dirty="0" sz="2000" spc="-229">
                <a:latin typeface="Trebuchet MS"/>
                <a:cs typeface="Trebuchet MS"/>
              </a:rPr>
              <a:t> </a:t>
            </a:r>
            <a:r>
              <a:rPr dirty="0" sz="2000" spc="-100">
                <a:latin typeface="Trebuchet MS"/>
                <a:cs typeface="Trebuchet MS"/>
              </a:rPr>
              <a:t>edilir.</a:t>
            </a:r>
            <a:endParaRPr sz="2000">
              <a:latin typeface="Trebuchet MS"/>
              <a:cs typeface="Trebuchet MS"/>
            </a:endParaRPr>
          </a:p>
          <a:p>
            <a:pPr marL="241300" marR="558165" indent="-228600">
              <a:lnSpc>
                <a:spcPct val="897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10">
                <a:latin typeface="Trebuchet MS"/>
                <a:cs typeface="Trebuchet MS"/>
              </a:rPr>
              <a:t>Temel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75">
                <a:latin typeface="Trebuchet MS"/>
                <a:cs typeface="Trebuchet MS"/>
              </a:rPr>
              <a:t>Kural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170">
                <a:latin typeface="Trebuchet MS"/>
                <a:cs typeface="Trebuchet MS"/>
              </a:rPr>
              <a:t>: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55">
                <a:latin typeface="Trebuchet MS"/>
                <a:cs typeface="Trebuchet MS"/>
              </a:rPr>
              <a:t>Birbirine</a:t>
            </a:r>
            <a:r>
              <a:rPr dirty="0" sz="2000" spc="-22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benzeyen </a:t>
            </a:r>
            <a:r>
              <a:rPr dirty="0" sz="2000" spc="-75">
                <a:latin typeface="Trebuchet MS"/>
                <a:cs typeface="Trebuchet MS"/>
              </a:rPr>
              <a:t>fotoğrafların</a:t>
            </a:r>
            <a:r>
              <a:rPr dirty="0" sz="2000" spc="-80">
                <a:latin typeface="Trebuchet MS"/>
                <a:cs typeface="Trebuchet MS"/>
              </a:rPr>
              <a:t> </a:t>
            </a:r>
            <a:r>
              <a:rPr dirty="0" sz="2000" spc="-85">
                <a:latin typeface="Trebuchet MS"/>
                <a:cs typeface="Trebuchet MS"/>
              </a:rPr>
              <a:t>vektörleri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uzayda </a:t>
            </a:r>
            <a:r>
              <a:rPr dirty="0" sz="2000" spc="-65">
                <a:latin typeface="Trebuchet MS"/>
                <a:cs typeface="Trebuchet MS"/>
              </a:rPr>
              <a:t>birbirine</a:t>
            </a:r>
            <a:r>
              <a:rPr dirty="0" sz="2000" spc="-215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yakın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-170">
                <a:latin typeface="Trebuchet MS"/>
                <a:cs typeface="Trebuchet MS"/>
              </a:rPr>
              <a:t>,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farklı</a:t>
            </a:r>
            <a:r>
              <a:rPr dirty="0" sz="2000" spc="-229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olanlar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ise </a:t>
            </a:r>
            <a:r>
              <a:rPr dirty="0" sz="2000" spc="-10">
                <a:latin typeface="Trebuchet MS"/>
                <a:cs typeface="Trebuchet MS"/>
              </a:rPr>
              <a:t>uzaktır.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6475" y="1666875"/>
            <a:ext cx="533400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1614" y="2597213"/>
            <a:ext cx="5145405" cy="1416685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21590" marR="5080" indent="-9525">
              <a:lnSpc>
                <a:spcPts val="5180"/>
              </a:lnSpc>
              <a:spcBef>
                <a:spcPts val="760"/>
              </a:spcBef>
            </a:pPr>
            <a:r>
              <a:rPr dirty="0" sz="4800" spc="-20" b="1">
                <a:solidFill>
                  <a:srgbClr val="FFFFFF"/>
                </a:solidFill>
                <a:latin typeface="Trebuchet MS"/>
                <a:cs typeface="Trebuchet MS"/>
              </a:rPr>
              <a:t>BENİ</a:t>
            </a:r>
            <a:r>
              <a:rPr dirty="0" sz="4800" spc="-45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800" spc="40" b="1">
                <a:solidFill>
                  <a:srgbClr val="FFFFFF"/>
                </a:solidFill>
                <a:latin typeface="Trebuchet MS"/>
                <a:cs typeface="Trebuchet MS"/>
              </a:rPr>
              <a:t>DİNLEDİčİNİZ </a:t>
            </a:r>
            <a:r>
              <a:rPr dirty="0" sz="4800" spc="80" b="1">
                <a:solidFill>
                  <a:srgbClr val="FFFFFF"/>
                </a:solidFill>
                <a:latin typeface="Trebuchet MS"/>
                <a:cs typeface="Trebuchet MS"/>
              </a:rPr>
              <a:t>İÇİN</a:t>
            </a:r>
            <a:r>
              <a:rPr dirty="0" sz="4800" spc="-5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800" spc="-105" b="1">
                <a:solidFill>
                  <a:srgbClr val="FFFFFF"/>
                </a:solidFill>
                <a:latin typeface="Trebuchet MS"/>
                <a:cs typeface="Trebuchet MS"/>
              </a:rPr>
              <a:t>TEŞEKKÜRLER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2026-04-24T14:31:25Z</dcterms:created>
  <dcterms:modified xsi:type="dcterms:W3CDTF">2026-04-24T14:31:25Z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2026-04-24T00:00:00Z</vt:filetime>
  </property>
  <property fmtid="{D5CDD505-2E9C-101B-9397-08002B2CF9AE}" pid="3" name="LastSaved">
    <vt:filetime>2026-04-24T00:00:00Z</vt:filetime>
  </property>
</Properties>
</file>